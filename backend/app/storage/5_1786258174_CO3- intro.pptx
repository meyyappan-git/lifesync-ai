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8" r:id="rId2"/>
    <p:sldId id="260" r:id="rId3"/>
    <p:sldId id="261" r:id="rId4"/>
    <p:sldId id="313" r:id="rId5"/>
    <p:sldId id="314" r:id="rId6"/>
    <p:sldId id="315" r:id="rId7"/>
    <p:sldId id="316" r:id="rId8"/>
    <p:sldId id="317" r:id="rId9"/>
    <p:sldId id="263" r:id="rId10"/>
    <p:sldId id="264" r:id="rId11"/>
    <p:sldId id="265" r:id="rId12"/>
    <p:sldId id="266" r:id="rId13"/>
    <p:sldId id="268" r:id="rId14"/>
    <p:sldId id="269" r:id="rId15"/>
    <p:sldId id="318" r:id="rId16"/>
    <p:sldId id="319" r:id="rId17"/>
    <p:sldId id="320" r:id="rId18"/>
    <p:sldId id="323" r:id="rId19"/>
    <p:sldId id="324" r:id="rId20"/>
    <p:sldId id="321" r:id="rId21"/>
    <p:sldId id="322" r:id="rId22"/>
    <p:sldId id="279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281" r:id="rId42"/>
    <p:sldId id="282" r:id="rId43"/>
    <p:sldId id="310" r:id="rId44"/>
    <p:sldId id="312" r:id="rId45"/>
    <p:sldId id="311" r:id="rId46"/>
    <p:sldId id="307" r:id="rId47"/>
    <p:sldId id="309" r:id="rId48"/>
    <p:sldId id="308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2D6BE9-EF95-4905-865D-6805435535C3}" type="doc">
      <dgm:prSet loTypeId="urn:microsoft.com/office/officeart/2005/8/layout/hierarchy1" loCatId="hierarchy" qsTypeId="urn:microsoft.com/office/officeart/2005/8/quickstyle/simple3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1C882EFF-12BC-4AC3-8C88-696A4C776767}">
      <dgm:prSet/>
      <dgm:spPr/>
      <dgm:t>
        <a:bodyPr/>
        <a:lstStyle/>
        <a:p>
          <a:pPr rtl="0"/>
          <a:r>
            <a:rPr lang="en-US" b="1" dirty="0"/>
            <a:t>1. Serial Communication</a:t>
          </a:r>
        </a:p>
      </dgm:t>
    </dgm:pt>
    <dgm:pt modelId="{71DC45FB-BBF9-40C5-A0A3-A1F549E2E559}" type="parTrans" cxnId="{B492548E-FC30-4A77-97A4-52FD10EDA503}">
      <dgm:prSet/>
      <dgm:spPr/>
      <dgm:t>
        <a:bodyPr/>
        <a:lstStyle/>
        <a:p>
          <a:endParaRPr lang="en-US"/>
        </a:p>
      </dgm:t>
    </dgm:pt>
    <dgm:pt modelId="{A9184A54-C38C-4F42-BBE6-D64430F4FE3A}" type="sibTrans" cxnId="{B492548E-FC30-4A77-97A4-52FD10EDA503}">
      <dgm:prSet/>
      <dgm:spPr/>
      <dgm:t>
        <a:bodyPr/>
        <a:lstStyle/>
        <a:p>
          <a:endParaRPr lang="en-US"/>
        </a:p>
      </dgm:t>
    </dgm:pt>
    <dgm:pt modelId="{9DD31897-ECF5-446D-920F-A78B8B380874}">
      <dgm:prSet/>
      <dgm:spPr/>
      <dgm:t>
        <a:bodyPr/>
        <a:lstStyle/>
        <a:p>
          <a:pPr rtl="0"/>
          <a:r>
            <a:rPr lang="en-US" b="1" dirty="0"/>
            <a:t>Sends data bit by bit (fewer pins, slower)</a:t>
          </a:r>
        </a:p>
      </dgm:t>
    </dgm:pt>
    <dgm:pt modelId="{7E33AFE0-6C79-424E-BEBE-D615674A10C7}" type="parTrans" cxnId="{243ED8FF-5B5E-4F70-862F-F9AEEEB8BB10}">
      <dgm:prSet/>
      <dgm:spPr/>
      <dgm:t>
        <a:bodyPr/>
        <a:lstStyle/>
        <a:p>
          <a:endParaRPr lang="en-US"/>
        </a:p>
      </dgm:t>
    </dgm:pt>
    <dgm:pt modelId="{041E174D-E016-4831-9333-32C41676F104}" type="sibTrans" cxnId="{243ED8FF-5B5E-4F70-862F-F9AEEEB8BB10}">
      <dgm:prSet/>
      <dgm:spPr/>
      <dgm:t>
        <a:bodyPr/>
        <a:lstStyle/>
        <a:p>
          <a:endParaRPr lang="en-US"/>
        </a:p>
      </dgm:t>
    </dgm:pt>
    <dgm:pt modelId="{AE2EF4C5-32B4-47A0-8C4E-E8C5D913FC06}">
      <dgm:prSet/>
      <dgm:spPr/>
      <dgm:t>
        <a:bodyPr/>
        <a:lstStyle/>
        <a:p>
          <a:pPr rtl="0"/>
          <a:r>
            <a:rPr lang="en-US" b="1" dirty="0"/>
            <a:t>Examples: UART, I²C, SPI, CAN</a:t>
          </a:r>
        </a:p>
      </dgm:t>
    </dgm:pt>
    <dgm:pt modelId="{A86B3D94-CCAF-43E2-918D-460D15F67246}" type="parTrans" cxnId="{D79215E3-3534-4506-82A1-1F03D2ECC3E7}">
      <dgm:prSet/>
      <dgm:spPr/>
      <dgm:t>
        <a:bodyPr/>
        <a:lstStyle/>
        <a:p>
          <a:endParaRPr lang="en-US"/>
        </a:p>
      </dgm:t>
    </dgm:pt>
    <dgm:pt modelId="{F3D04EFE-6D4D-42EF-BDE9-DBA0027C039C}" type="sibTrans" cxnId="{D79215E3-3534-4506-82A1-1F03D2ECC3E7}">
      <dgm:prSet/>
      <dgm:spPr/>
      <dgm:t>
        <a:bodyPr/>
        <a:lstStyle/>
        <a:p>
          <a:endParaRPr lang="en-US"/>
        </a:p>
      </dgm:t>
    </dgm:pt>
    <dgm:pt modelId="{5E61920B-B5F4-4D3B-A4CD-D0EC22FE5866}">
      <dgm:prSet/>
      <dgm:spPr/>
      <dgm:t>
        <a:bodyPr/>
        <a:lstStyle/>
        <a:p>
          <a:pPr rtl="0"/>
          <a:r>
            <a:rPr lang="en-US" b="1" dirty="0"/>
            <a:t>2. Parallel Communication</a:t>
          </a:r>
        </a:p>
      </dgm:t>
    </dgm:pt>
    <dgm:pt modelId="{4607310F-2BE8-4638-BFE0-283AA38137F6}" type="parTrans" cxnId="{3A6FAD81-F9A5-4CF5-9606-ED4D9C7DDAE5}">
      <dgm:prSet/>
      <dgm:spPr/>
      <dgm:t>
        <a:bodyPr/>
        <a:lstStyle/>
        <a:p>
          <a:endParaRPr lang="en-US"/>
        </a:p>
      </dgm:t>
    </dgm:pt>
    <dgm:pt modelId="{BB1E5839-00DA-48A5-AAD7-0B07F9346A62}" type="sibTrans" cxnId="{3A6FAD81-F9A5-4CF5-9606-ED4D9C7DDAE5}">
      <dgm:prSet/>
      <dgm:spPr/>
      <dgm:t>
        <a:bodyPr/>
        <a:lstStyle/>
        <a:p>
          <a:endParaRPr lang="en-US"/>
        </a:p>
      </dgm:t>
    </dgm:pt>
    <dgm:pt modelId="{AEC33ECB-60A2-41A2-A2FB-47CD6DBA7586}">
      <dgm:prSet/>
      <dgm:spPr/>
      <dgm:t>
        <a:bodyPr/>
        <a:lstStyle/>
        <a:p>
          <a:pPr rtl="0"/>
          <a:r>
            <a:rPr lang="en-US" b="1" dirty="0"/>
            <a:t>Sends multiple bits at once (faster, more pins)</a:t>
          </a:r>
        </a:p>
      </dgm:t>
    </dgm:pt>
    <dgm:pt modelId="{5CFED563-1E84-4E73-978F-CCEE842CF6A3}" type="parTrans" cxnId="{302F16AA-8C13-4F23-A163-9D066F4FD686}">
      <dgm:prSet/>
      <dgm:spPr/>
      <dgm:t>
        <a:bodyPr/>
        <a:lstStyle/>
        <a:p>
          <a:endParaRPr lang="en-US"/>
        </a:p>
      </dgm:t>
    </dgm:pt>
    <dgm:pt modelId="{D2922DCD-62C6-4F9A-BEEF-A4B61502C784}" type="sibTrans" cxnId="{302F16AA-8C13-4F23-A163-9D066F4FD686}">
      <dgm:prSet/>
      <dgm:spPr/>
      <dgm:t>
        <a:bodyPr/>
        <a:lstStyle/>
        <a:p>
          <a:endParaRPr lang="en-US"/>
        </a:p>
      </dgm:t>
    </dgm:pt>
    <dgm:pt modelId="{350A85A5-9309-4310-A300-9C74156FA9E2}">
      <dgm:prSet/>
      <dgm:spPr/>
      <dgm:t>
        <a:bodyPr/>
        <a:lstStyle/>
        <a:p>
          <a:pPr rtl="0"/>
          <a:r>
            <a:rPr lang="en-US" b="1" dirty="0"/>
            <a:t>Example: Data bus in microprocessors</a:t>
          </a:r>
        </a:p>
      </dgm:t>
    </dgm:pt>
    <dgm:pt modelId="{0100E9CE-BFC1-4EF9-9ADD-317E1DCA8870}" type="parTrans" cxnId="{91127956-62B8-4857-A09F-9F79259752B0}">
      <dgm:prSet/>
      <dgm:spPr/>
      <dgm:t>
        <a:bodyPr/>
        <a:lstStyle/>
        <a:p>
          <a:endParaRPr lang="en-US"/>
        </a:p>
      </dgm:t>
    </dgm:pt>
    <dgm:pt modelId="{7D9BE9C3-9B40-42C5-86FC-13CAA4811182}" type="sibTrans" cxnId="{91127956-62B8-4857-A09F-9F79259752B0}">
      <dgm:prSet/>
      <dgm:spPr/>
      <dgm:t>
        <a:bodyPr/>
        <a:lstStyle/>
        <a:p>
          <a:endParaRPr lang="en-US"/>
        </a:p>
      </dgm:t>
    </dgm:pt>
    <dgm:pt modelId="{39B99FB4-1DA5-4DD5-909E-B752D2300052}" type="pres">
      <dgm:prSet presAssocID="{B22D6BE9-EF95-4905-865D-6805435535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779F9B-1F48-4E1A-85ED-F8742162F2C0}" type="pres">
      <dgm:prSet presAssocID="{1C882EFF-12BC-4AC3-8C88-696A4C776767}" presName="hierRoot1" presStyleCnt="0"/>
      <dgm:spPr/>
    </dgm:pt>
    <dgm:pt modelId="{4B337367-5E76-428C-8F40-E4A0408E440B}" type="pres">
      <dgm:prSet presAssocID="{1C882EFF-12BC-4AC3-8C88-696A4C776767}" presName="composite" presStyleCnt="0"/>
      <dgm:spPr/>
    </dgm:pt>
    <dgm:pt modelId="{8A6A00BC-CF6A-4D3B-B7F8-C1B53A1541FC}" type="pres">
      <dgm:prSet presAssocID="{1C882EFF-12BC-4AC3-8C88-696A4C776767}" presName="background" presStyleLbl="node0" presStyleIdx="0" presStyleCnt="2"/>
      <dgm:spPr/>
    </dgm:pt>
    <dgm:pt modelId="{27E16367-6498-4D6F-A272-369F14579447}" type="pres">
      <dgm:prSet presAssocID="{1C882EFF-12BC-4AC3-8C88-696A4C776767}" presName="text" presStyleLbl="fgAcc0" presStyleIdx="0" presStyleCnt="2">
        <dgm:presLayoutVars>
          <dgm:chPref val="3"/>
        </dgm:presLayoutVars>
      </dgm:prSet>
      <dgm:spPr/>
    </dgm:pt>
    <dgm:pt modelId="{272F8F78-92F9-4F6C-9A72-DD82CBDC9A41}" type="pres">
      <dgm:prSet presAssocID="{1C882EFF-12BC-4AC3-8C88-696A4C776767}" presName="hierChild2" presStyleCnt="0"/>
      <dgm:spPr/>
    </dgm:pt>
    <dgm:pt modelId="{AEF888A4-87F1-4FA2-97D8-F5633D2A1892}" type="pres">
      <dgm:prSet presAssocID="{7E33AFE0-6C79-424E-BEBE-D615674A10C7}" presName="Name10" presStyleLbl="parChTrans1D2" presStyleIdx="0" presStyleCnt="4"/>
      <dgm:spPr/>
    </dgm:pt>
    <dgm:pt modelId="{717B1D51-D150-4DCB-BFA6-7F6190747999}" type="pres">
      <dgm:prSet presAssocID="{9DD31897-ECF5-446D-920F-A78B8B380874}" presName="hierRoot2" presStyleCnt="0"/>
      <dgm:spPr/>
    </dgm:pt>
    <dgm:pt modelId="{D7AC52EF-A4AD-4880-A51C-5F5CC9786649}" type="pres">
      <dgm:prSet presAssocID="{9DD31897-ECF5-446D-920F-A78B8B380874}" presName="composite2" presStyleCnt="0"/>
      <dgm:spPr/>
    </dgm:pt>
    <dgm:pt modelId="{675D95A7-94E7-4B1A-A273-15410456C314}" type="pres">
      <dgm:prSet presAssocID="{9DD31897-ECF5-446D-920F-A78B8B380874}" presName="background2" presStyleLbl="node2" presStyleIdx="0" presStyleCnt="4"/>
      <dgm:spPr/>
    </dgm:pt>
    <dgm:pt modelId="{F1893D71-A149-4D65-BF12-2C6355E9AF07}" type="pres">
      <dgm:prSet presAssocID="{9DD31897-ECF5-446D-920F-A78B8B380874}" presName="text2" presStyleLbl="fgAcc2" presStyleIdx="0" presStyleCnt="4">
        <dgm:presLayoutVars>
          <dgm:chPref val="3"/>
        </dgm:presLayoutVars>
      </dgm:prSet>
      <dgm:spPr/>
    </dgm:pt>
    <dgm:pt modelId="{483285A4-CAE4-4916-87D9-68B3ED14B3CC}" type="pres">
      <dgm:prSet presAssocID="{9DD31897-ECF5-446D-920F-A78B8B380874}" presName="hierChild3" presStyleCnt="0"/>
      <dgm:spPr/>
    </dgm:pt>
    <dgm:pt modelId="{739773BC-25D3-444E-9A2D-19B41C4C3E92}" type="pres">
      <dgm:prSet presAssocID="{A86B3D94-CCAF-43E2-918D-460D15F67246}" presName="Name10" presStyleLbl="parChTrans1D2" presStyleIdx="1" presStyleCnt="4"/>
      <dgm:spPr/>
    </dgm:pt>
    <dgm:pt modelId="{A538879B-8B42-4034-9C62-3B0D92848D30}" type="pres">
      <dgm:prSet presAssocID="{AE2EF4C5-32B4-47A0-8C4E-E8C5D913FC06}" presName="hierRoot2" presStyleCnt="0"/>
      <dgm:spPr/>
    </dgm:pt>
    <dgm:pt modelId="{FC1A1130-3FD8-4DA5-99DC-C8F5B6275A56}" type="pres">
      <dgm:prSet presAssocID="{AE2EF4C5-32B4-47A0-8C4E-E8C5D913FC06}" presName="composite2" presStyleCnt="0"/>
      <dgm:spPr/>
    </dgm:pt>
    <dgm:pt modelId="{CA6894A5-12CB-477E-9D4D-996C4B2C657A}" type="pres">
      <dgm:prSet presAssocID="{AE2EF4C5-32B4-47A0-8C4E-E8C5D913FC06}" presName="background2" presStyleLbl="node2" presStyleIdx="1" presStyleCnt="4"/>
      <dgm:spPr/>
    </dgm:pt>
    <dgm:pt modelId="{0D69BBB2-4D78-4755-9813-EEE60828BE5B}" type="pres">
      <dgm:prSet presAssocID="{AE2EF4C5-32B4-47A0-8C4E-E8C5D913FC06}" presName="text2" presStyleLbl="fgAcc2" presStyleIdx="1" presStyleCnt="4">
        <dgm:presLayoutVars>
          <dgm:chPref val="3"/>
        </dgm:presLayoutVars>
      </dgm:prSet>
      <dgm:spPr/>
    </dgm:pt>
    <dgm:pt modelId="{B264D7A7-2DEA-4A95-BF23-795005735468}" type="pres">
      <dgm:prSet presAssocID="{AE2EF4C5-32B4-47A0-8C4E-E8C5D913FC06}" presName="hierChild3" presStyleCnt="0"/>
      <dgm:spPr/>
    </dgm:pt>
    <dgm:pt modelId="{1EE0A119-B6C5-4111-B5DB-F2692AE7D135}" type="pres">
      <dgm:prSet presAssocID="{5E61920B-B5F4-4D3B-A4CD-D0EC22FE5866}" presName="hierRoot1" presStyleCnt="0"/>
      <dgm:spPr/>
    </dgm:pt>
    <dgm:pt modelId="{708E656A-3A11-4641-AF1B-8AF4E6B84252}" type="pres">
      <dgm:prSet presAssocID="{5E61920B-B5F4-4D3B-A4CD-D0EC22FE5866}" presName="composite" presStyleCnt="0"/>
      <dgm:spPr/>
    </dgm:pt>
    <dgm:pt modelId="{E9287E0C-2924-4F20-A3BE-C91CE9F2B90E}" type="pres">
      <dgm:prSet presAssocID="{5E61920B-B5F4-4D3B-A4CD-D0EC22FE5866}" presName="background" presStyleLbl="node0" presStyleIdx="1" presStyleCnt="2"/>
      <dgm:spPr/>
    </dgm:pt>
    <dgm:pt modelId="{15BC05A2-BC7A-4E0C-9413-52BF5740791F}" type="pres">
      <dgm:prSet presAssocID="{5E61920B-B5F4-4D3B-A4CD-D0EC22FE5866}" presName="text" presStyleLbl="fgAcc0" presStyleIdx="1" presStyleCnt="2">
        <dgm:presLayoutVars>
          <dgm:chPref val="3"/>
        </dgm:presLayoutVars>
      </dgm:prSet>
      <dgm:spPr/>
    </dgm:pt>
    <dgm:pt modelId="{45023641-A2C7-4746-A0F7-F9F48CBBFBBC}" type="pres">
      <dgm:prSet presAssocID="{5E61920B-B5F4-4D3B-A4CD-D0EC22FE5866}" presName="hierChild2" presStyleCnt="0"/>
      <dgm:spPr/>
    </dgm:pt>
    <dgm:pt modelId="{C96743FA-C487-45A7-9F64-CC7D735DAA53}" type="pres">
      <dgm:prSet presAssocID="{5CFED563-1E84-4E73-978F-CCEE842CF6A3}" presName="Name10" presStyleLbl="parChTrans1D2" presStyleIdx="2" presStyleCnt="4"/>
      <dgm:spPr/>
    </dgm:pt>
    <dgm:pt modelId="{ED353F92-CFC2-4CCE-8C22-9896052ECE7E}" type="pres">
      <dgm:prSet presAssocID="{AEC33ECB-60A2-41A2-A2FB-47CD6DBA7586}" presName="hierRoot2" presStyleCnt="0"/>
      <dgm:spPr/>
    </dgm:pt>
    <dgm:pt modelId="{257A2C3D-19A4-4B4A-BD0D-D7444BC9448E}" type="pres">
      <dgm:prSet presAssocID="{AEC33ECB-60A2-41A2-A2FB-47CD6DBA7586}" presName="composite2" presStyleCnt="0"/>
      <dgm:spPr/>
    </dgm:pt>
    <dgm:pt modelId="{44E9853B-29EB-4EFE-A66B-3602FE745E35}" type="pres">
      <dgm:prSet presAssocID="{AEC33ECB-60A2-41A2-A2FB-47CD6DBA7586}" presName="background2" presStyleLbl="node2" presStyleIdx="2" presStyleCnt="4"/>
      <dgm:spPr/>
    </dgm:pt>
    <dgm:pt modelId="{D50279AA-B25B-46F2-8A3F-8D2E14BC81CB}" type="pres">
      <dgm:prSet presAssocID="{AEC33ECB-60A2-41A2-A2FB-47CD6DBA7586}" presName="text2" presStyleLbl="fgAcc2" presStyleIdx="2" presStyleCnt="4">
        <dgm:presLayoutVars>
          <dgm:chPref val="3"/>
        </dgm:presLayoutVars>
      </dgm:prSet>
      <dgm:spPr/>
    </dgm:pt>
    <dgm:pt modelId="{D9085274-5A17-4824-996A-6B891F13FE4B}" type="pres">
      <dgm:prSet presAssocID="{AEC33ECB-60A2-41A2-A2FB-47CD6DBA7586}" presName="hierChild3" presStyleCnt="0"/>
      <dgm:spPr/>
    </dgm:pt>
    <dgm:pt modelId="{9D49F938-017D-41AF-9919-BACDFB896260}" type="pres">
      <dgm:prSet presAssocID="{0100E9CE-BFC1-4EF9-9ADD-317E1DCA8870}" presName="Name10" presStyleLbl="parChTrans1D2" presStyleIdx="3" presStyleCnt="4"/>
      <dgm:spPr/>
    </dgm:pt>
    <dgm:pt modelId="{7BAF46EE-DAD2-4CE3-870E-866B51E3CC0D}" type="pres">
      <dgm:prSet presAssocID="{350A85A5-9309-4310-A300-9C74156FA9E2}" presName="hierRoot2" presStyleCnt="0"/>
      <dgm:spPr/>
    </dgm:pt>
    <dgm:pt modelId="{A29FE8A1-A70B-47B6-8BA5-1883798625A4}" type="pres">
      <dgm:prSet presAssocID="{350A85A5-9309-4310-A300-9C74156FA9E2}" presName="composite2" presStyleCnt="0"/>
      <dgm:spPr/>
    </dgm:pt>
    <dgm:pt modelId="{F9CD14B1-6884-4A78-9F59-B70C835F67C9}" type="pres">
      <dgm:prSet presAssocID="{350A85A5-9309-4310-A300-9C74156FA9E2}" presName="background2" presStyleLbl="node2" presStyleIdx="3" presStyleCnt="4"/>
      <dgm:spPr/>
    </dgm:pt>
    <dgm:pt modelId="{6B10446E-5C61-4AC2-9253-FF38FAAF885F}" type="pres">
      <dgm:prSet presAssocID="{350A85A5-9309-4310-A300-9C74156FA9E2}" presName="text2" presStyleLbl="fgAcc2" presStyleIdx="3" presStyleCnt="4">
        <dgm:presLayoutVars>
          <dgm:chPref val="3"/>
        </dgm:presLayoutVars>
      </dgm:prSet>
      <dgm:spPr/>
    </dgm:pt>
    <dgm:pt modelId="{327FBBD0-62F0-4F4E-9CB2-42DBA0BA3910}" type="pres">
      <dgm:prSet presAssocID="{350A85A5-9309-4310-A300-9C74156FA9E2}" presName="hierChild3" presStyleCnt="0"/>
      <dgm:spPr/>
    </dgm:pt>
  </dgm:ptLst>
  <dgm:cxnLst>
    <dgm:cxn modelId="{49F04505-715E-4DD2-A656-1709A67297B4}" type="presOf" srcId="{5E61920B-B5F4-4D3B-A4CD-D0EC22FE5866}" destId="{15BC05A2-BC7A-4E0C-9413-52BF5740791F}" srcOrd="0" destOrd="0" presId="urn:microsoft.com/office/officeart/2005/8/layout/hierarchy1"/>
    <dgm:cxn modelId="{0F7C4F09-4E6E-4E5E-B289-7B6DCEBF8CB4}" type="presOf" srcId="{0100E9CE-BFC1-4EF9-9ADD-317E1DCA8870}" destId="{9D49F938-017D-41AF-9919-BACDFB896260}" srcOrd="0" destOrd="0" presId="urn:microsoft.com/office/officeart/2005/8/layout/hierarchy1"/>
    <dgm:cxn modelId="{C6AFFD0B-D27C-4D4C-A831-052C04A2B210}" type="presOf" srcId="{AEC33ECB-60A2-41A2-A2FB-47CD6DBA7586}" destId="{D50279AA-B25B-46F2-8A3F-8D2E14BC81CB}" srcOrd="0" destOrd="0" presId="urn:microsoft.com/office/officeart/2005/8/layout/hierarchy1"/>
    <dgm:cxn modelId="{B1288035-389A-456E-996C-7D3198AD4A06}" type="presOf" srcId="{A86B3D94-CCAF-43E2-918D-460D15F67246}" destId="{739773BC-25D3-444E-9A2D-19B41C4C3E92}" srcOrd="0" destOrd="0" presId="urn:microsoft.com/office/officeart/2005/8/layout/hierarchy1"/>
    <dgm:cxn modelId="{3163153D-FB73-4B90-BCCA-335C3442FF0C}" type="presOf" srcId="{350A85A5-9309-4310-A300-9C74156FA9E2}" destId="{6B10446E-5C61-4AC2-9253-FF38FAAF885F}" srcOrd="0" destOrd="0" presId="urn:microsoft.com/office/officeart/2005/8/layout/hierarchy1"/>
    <dgm:cxn modelId="{F00E3240-0CBD-4EE2-B9E0-6E8DC3763FFB}" type="presOf" srcId="{7E33AFE0-6C79-424E-BEBE-D615674A10C7}" destId="{AEF888A4-87F1-4FA2-97D8-F5633D2A1892}" srcOrd="0" destOrd="0" presId="urn:microsoft.com/office/officeart/2005/8/layout/hierarchy1"/>
    <dgm:cxn modelId="{D8FB4340-0360-4D93-B071-A1480B8A1DE0}" type="presOf" srcId="{AE2EF4C5-32B4-47A0-8C4E-E8C5D913FC06}" destId="{0D69BBB2-4D78-4755-9813-EEE60828BE5B}" srcOrd="0" destOrd="0" presId="urn:microsoft.com/office/officeart/2005/8/layout/hierarchy1"/>
    <dgm:cxn modelId="{F6BECA68-65B7-4AD0-83F1-B87797341600}" type="presOf" srcId="{9DD31897-ECF5-446D-920F-A78B8B380874}" destId="{F1893D71-A149-4D65-BF12-2C6355E9AF07}" srcOrd="0" destOrd="0" presId="urn:microsoft.com/office/officeart/2005/8/layout/hierarchy1"/>
    <dgm:cxn modelId="{66469B6C-F938-4051-A465-580FD3B007AF}" type="presOf" srcId="{B22D6BE9-EF95-4905-865D-6805435535C3}" destId="{39B99FB4-1DA5-4DD5-909E-B752D2300052}" srcOrd="0" destOrd="0" presId="urn:microsoft.com/office/officeart/2005/8/layout/hierarchy1"/>
    <dgm:cxn modelId="{91127956-62B8-4857-A09F-9F79259752B0}" srcId="{5E61920B-B5F4-4D3B-A4CD-D0EC22FE5866}" destId="{350A85A5-9309-4310-A300-9C74156FA9E2}" srcOrd="1" destOrd="0" parTransId="{0100E9CE-BFC1-4EF9-9ADD-317E1DCA8870}" sibTransId="{7D9BE9C3-9B40-42C5-86FC-13CAA4811182}"/>
    <dgm:cxn modelId="{3A6FAD81-F9A5-4CF5-9606-ED4D9C7DDAE5}" srcId="{B22D6BE9-EF95-4905-865D-6805435535C3}" destId="{5E61920B-B5F4-4D3B-A4CD-D0EC22FE5866}" srcOrd="1" destOrd="0" parTransId="{4607310F-2BE8-4638-BFE0-283AA38137F6}" sibTransId="{BB1E5839-00DA-48A5-AAD7-0B07F9346A62}"/>
    <dgm:cxn modelId="{B492548E-FC30-4A77-97A4-52FD10EDA503}" srcId="{B22D6BE9-EF95-4905-865D-6805435535C3}" destId="{1C882EFF-12BC-4AC3-8C88-696A4C776767}" srcOrd="0" destOrd="0" parTransId="{71DC45FB-BBF9-40C5-A0A3-A1F549E2E559}" sibTransId="{A9184A54-C38C-4F42-BBE6-D64430F4FE3A}"/>
    <dgm:cxn modelId="{302F16AA-8C13-4F23-A163-9D066F4FD686}" srcId="{5E61920B-B5F4-4D3B-A4CD-D0EC22FE5866}" destId="{AEC33ECB-60A2-41A2-A2FB-47CD6DBA7586}" srcOrd="0" destOrd="0" parTransId="{5CFED563-1E84-4E73-978F-CCEE842CF6A3}" sibTransId="{D2922DCD-62C6-4F9A-BEEF-A4B61502C784}"/>
    <dgm:cxn modelId="{C6F8D9D3-9F4F-49B6-8ED7-55462CC91D0A}" type="presOf" srcId="{1C882EFF-12BC-4AC3-8C88-696A4C776767}" destId="{27E16367-6498-4D6F-A272-369F14579447}" srcOrd="0" destOrd="0" presId="urn:microsoft.com/office/officeart/2005/8/layout/hierarchy1"/>
    <dgm:cxn modelId="{D79215E3-3534-4506-82A1-1F03D2ECC3E7}" srcId="{1C882EFF-12BC-4AC3-8C88-696A4C776767}" destId="{AE2EF4C5-32B4-47A0-8C4E-E8C5D913FC06}" srcOrd="1" destOrd="0" parTransId="{A86B3D94-CCAF-43E2-918D-460D15F67246}" sibTransId="{F3D04EFE-6D4D-42EF-BDE9-DBA0027C039C}"/>
    <dgm:cxn modelId="{8CFD26F1-D3DB-42FE-8E45-954BE2D7C531}" type="presOf" srcId="{5CFED563-1E84-4E73-978F-CCEE842CF6A3}" destId="{C96743FA-C487-45A7-9F64-CC7D735DAA53}" srcOrd="0" destOrd="0" presId="urn:microsoft.com/office/officeart/2005/8/layout/hierarchy1"/>
    <dgm:cxn modelId="{243ED8FF-5B5E-4F70-862F-F9AEEEB8BB10}" srcId="{1C882EFF-12BC-4AC3-8C88-696A4C776767}" destId="{9DD31897-ECF5-446D-920F-A78B8B380874}" srcOrd="0" destOrd="0" parTransId="{7E33AFE0-6C79-424E-BEBE-D615674A10C7}" sibTransId="{041E174D-E016-4831-9333-32C41676F104}"/>
    <dgm:cxn modelId="{1A3F92DE-F3F2-4352-BF49-CE81F925E706}" type="presParOf" srcId="{39B99FB4-1DA5-4DD5-909E-B752D2300052}" destId="{35779F9B-1F48-4E1A-85ED-F8742162F2C0}" srcOrd="0" destOrd="0" presId="urn:microsoft.com/office/officeart/2005/8/layout/hierarchy1"/>
    <dgm:cxn modelId="{64149CAE-0CE4-41C1-958D-F795BEDB2EE5}" type="presParOf" srcId="{35779F9B-1F48-4E1A-85ED-F8742162F2C0}" destId="{4B337367-5E76-428C-8F40-E4A0408E440B}" srcOrd="0" destOrd="0" presId="urn:microsoft.com/office/officeart/2005/8/layout/hierarchy1"/>
    <dgm:cxn modelId="{F24FC9E7-3304-4DD7-AF0B-5091BE7BE94F}" type="presParOf" srcId="{4B337367-5E76-428C-8F40-E4A0408E440B}" destId="{8A6A00BC-CF6A-4D3B-B7F8-C1B53A1541FC}" srcOrd="0" destOrd="0" presId="urn:microsoft.com/office/officeart/2005/8/layout/hierarchy1"/>
    <dgm:cxn modelId="{FDA7F86D-770C-4A4F-991D-FB2040DC4D21}" type="presParOf" srcId="{4B337367-5E76-428C-8F40-E4A0408E440B}" destId="{27E16367-6498-4D6F-A272-369F14579447}" srcOrd="1" destOrd="0" presId="urn:microsoft.com/office/officeart/2005/8/layout/hierarchy1"/>
    <dgm:cxn modelId="{5E635EB7-9DF4-46CA-80BF-F03E056D96BC}" type="presParOf" srcId="{35779F9B-1F48-4E1A-85ED-F8742162F2C0}" destId="{272F8F78-92F9-4F6C-9A72-DD82CBDC9A41}" srcOrd="1" destOrd="0" presId="urn:microsoft.com/office/officeart/2005/8/layout/hierarchy1"/>
    <dgm:cxn modelId="{69165A39-6450-4D6A-BD4C-0187CC2788FC}" type="presParOf" srcId="{272F8F78-92F9-4F6C-9A72-DD82CBDC9A41}" destId="{AEF888A4-87F1-4FA2-97D8-F5633D2A1892}" srcOrd="0" destOrd="0" presId="urn:microsoft.com/office/officeart/2005/8/layout/hierarchy1"/>
    <dgm:cxn modelId="{B0592656-D96C-4AD5-9465-C758E910524F}" type="presParOf" srcId="{272F8F78-92F9-4F6C-9A72-DD82CBDC9A41}" destId="{717B1D51-D150-4DCB-BFA6-7F6190747999}" srcOrd="1" destOrd="0" presId="urn:microsoft.com/office/officeart/2005/8/layout/hierarchy1"/>
    <dgm:cxn modelId="{51743059-573E-4CD9-A699-255F34EFD60D}" type="presParOf" srcId="{717B1D51-D150-4DCB-BFA6-7F6190747999}" destId="{D7AC52EF-A4AD-4880-A51C-5F5CC9786649}" srcOrd="0" destOrd="0" presId="urn:microsoft.com/office/officeart/2005/8/layout/hierarchy1"/>
    <dgm:cxn modelId="{F581B388-9344-4BDF-AC21-F84B0E244188}" type="presParOf" srcId="{D7AC52EF-A4AD-4880-A51C-5F5CC9786649}" destId="{675D95A7-94E7-4B1A-A273-15410456C314}" srcOrd="0" destOrd="0" presId="urn:microsoft.com/office/officeart/2005/8/layout/hierarchy1"/>
    <dgm:cxn modelId="{A9A99D89-4B5E-4745-B6C9-99B49C0E1B1B}" type="presParOf" srcId="{D7AC52EF-A4AD-4880-A51C-5F5CC9786649}" destId="{F1893D71-A149-4D65-BF12-2C6355E9AF07}" srcOrd="1" destOrd="0" presId="urn:microsoft.com/office/officeart/2005/8/layout/hierarchy1"/>
    <dgm:cxn modelId="{175FD2E4-B0AB-4A36-836E-1C79DC57585A}" type="presParOf" srcId="{717B1D51-D150-4DCB-BFA6-7F6190747999}" destId="{483285A4-CAE4-4916-87D9-68B3ED14B3CC}" srcOrd="1" destOrd="0" presId="urn:microsoft.com/office/officeart/2005/8/layout/hierarchy1"/>
    <dgm:cxn modelId="{A5974833-45B6-4255-8C07-37C6B191661B}" type="presParOf" srcId="{272F8F78-92F9-4F6C-9A72-DD82CBDC9A41}" destId="{739773BC-25D3-444E-9A2D-19B41C4C3E92}" srcOrd="2" destOrd="0" presId="urn:microsoft.com/office/officeart/2005/8/layout/hierarchy1"/>
    <dgm:cxn modelId="{D725FF92-462F-4EC0-A6BC-DAF368E82264}" type="presParOf" srcId="{272F8F78-92F9-4F6C-9A72-DD82CBDC9A41}" destId="{A538879B-8B42-4034-9C62-3B0D92848D30}" srcOrd="3" destOrd="0" presId="urn:microsoft.com/office/officeart/2005/8/layout/hierarchy1"/>
    <dgm:cxn modelId="{7ED7FEEB-26AF-4298-9CCE-741EB74CF111}" type="presParOf" srcId="{A538879B-8B42-4034-9C62-3B0D92848D30}" destId="{FC1A1130-3FD8-4DA5-99DC-C8F5B6275A56}" srcOrd="0" destOrd="0" presId="urn:microsoft.com/office/officeart/2005/8/layout/hierarchy1"/>
    <dgm:cxn modelId="{BE6A4181-6A92-4963-A39F-8A22813210F9}" type="presParOf" srcId="{FC1A1130-3FD8-4DA5-99DC-C8F5B6275A56}" destId="{CA6894A5-12CB-477E-9D4D-996C4B2C657A}" srcOrd="0" destOrd="0" presId="urn:microsoft.com/office/officeart/2005/8/layout/hierarchy1"/>
    <dgm:cxn modelId="{D32442AF-9DCA-4FEF-A244-11736F38D956}" type="presParOf" srcId="{FC1A1130-3FD8-4DA5-99DC-C8F5B6275A56}" destId="{0D69BBB2-4D78-4755-9813-EEE60828BE5B}" srcOrd="1" destOrd="0" presId="urn:microsoft.com/office/officeart/2005/8/layout/hierarchy1"/>
    <dgm:cxn modelId="{1FBB2EED-1F2D-43EF-BDA9-42A16644CF46}" type="presParOf" srcId="{A538879B-8B42-4034-9C62-3B0D92848D30}" destId="{B264D7A7-2DEA-4A95-BF23-795005735468}" srcOrd="1" destOrd="0" presId="urn:microsoft.com/office/officeart/2005/8/layout/hierarchy1"/>
    <dgm:cxn modelId="{3597065B-9017-4722-939C-C8E967A99F4B}" type="presParOf" srcId="{39B99FB4-1DA5-4DD5-909E-B752D2300052}" destId="{1EE0A119-B6C5-4111-B5DB-F2692AE7D135}" srcOrd="1" destOrd="0" presId="urn:microsoft.com/office/officeart/2005/8/layout/hierarchy1"/>
    <dgm:cxn modelId="{A76E5D26-398B-4CDA-91FA-E97CDF6B9A46}" type="presParOf" srcId="{1EE0A119-B6C5-4111-B5DB-F2692AE7D135}" destId="{708E656A-3A11-4641-AF1B-8AF4E6B84252}" srcOrd="0" destOrd="0" presId="urn:microsoft.com/office/officeart/2005/8/layout/hierarchy1"/>
    <dgm:cxn modelId="{43E9DDC1-C685-4013-8689-8CB3D6F5886A}" type="presParOf" srcId="{708E656A-3A11-4641-AF1B-8AF4E6B84252}" destId="{E9287E0C-2924-4F20-A3BE-C91CE9F2B90E}" srcOrd="0" destOrd="0" presId="urn:microsoft.com/office/officeart/2005/8/layout/hierarchy1"/>
    <dgm:cxn modelId="{6376336E-26EF-4DDC-9AB6-66FFA026827B}" type="presParOf" srcId="{708E656A-3A11-4641-AF1B-8AF4E6B84252}" destId="{15BC05A2-BC7A-4E0C-9413-52BF5740791F}" srcOrd="1" destOrd="0" presId="urn:microsoft.com/office/officeart/2005/8/layout/hierarchy1"/>
    <dgm:cxn modelId="{4AD06D45-D8CD-4F95-B540-F1B203369878}" type="presParOf" srcId="{1EE0A119-B6C5-4111-B5DB-F2692AE7D135}" destId="{45023641-A2C7-4746-A0F7-F9F48CBBFBBC}" srcOrd="1" destOrd="0" presId="urn:microsoft.com/office/officeart/2005/8/layout/hierarchy1"/>
    <dgm:cxn modelId="{5934BF1A-3F9B-4CA1-A7E1-AD417993783F}" type="presParOf" srcId="{45023641-A2C7-4746-A0F7-F9F48CBBFBBC}" destId="{C96743FA-C487-45A7-9F64-CC7D735DAA53}" srcOrd="0" destOrd="0" presId="urn:microsoft.com/office/officeart/2005/8/layout/hierarchy1"/>
    <dgm:cxn modelId="{66834E7E-56FC-4A09-A47F-2A5DE8AB6F11}" type="presParOf" srcId="{45023641-A2C7-4746-A0F7-F9F48CBBFBBC}" destId="{ED353F92-CFC2-4CCE-8C22-9896052ECE7E}" srcOrd="1" destOrd="0" presId="urn:microsoft.com/office/officeart/2005/8/layout/hierarchy1"/>
    <dgm:cxn modelId="{1BDD3708-8E7F-4EF5-BB85-5CED6DE352B5}" type="presParOf" srcId="{ED353F92-CFC2-4CCE-8C22-9896052ECE7E}" destId="{257A2C3D-19A4-4B4A-BD0D-D7444BC9448E}" srcOrd="0" destOrd="0" presId="urn:microsoft.com/office/officeart/2005/8/layout/hierarchy1"/>
    <dgm:cxn modelId="{FABB25AA-E2AD-4713-96AC-BA5E723BE736}" type="presParOf" srcId="{257A2C3D-19A4-4B4A-BD0D-D7444BC9448E}" destId="{44E9853B-29EB-4EFE-A66B-3602FE745E35}" srcOrd="0" destOrd="0" presId="urn:microsoft.com/office/officeart/2005/8/layout/hierarchy1"/>
    <dgm:cxn modelId="{E40FB926-A4E1-48B7-953F-47CAA6BDAD9F}" type="presParOf" srcId="{257A2C3D-19A4-4B4A-BD0D-D7444BC9448E}" destId="{D50279AA-B25B-46F2-8A3F-8D2E14BC81CB}" srcOrd="1" destOrd="0" presId="urn:microsoft.com/office/officeart/2005/8/layout/hierarchy1"/>
    <dgm:cxn modelId="{335E8EF7-7888-4616-A0FA-F3B7C14A3A83}" type="presParOf" srcId="{ED353F92-CFC2-4CCE-8C22-9896052ECE7E}" destId="{D9085274-5A17-4824-996A-6B891F13FE4B}" srcOrd="1" destOrd="0" presId="urn:microsoft.com/office/officeart/2005/8/layout/hierarchy1"/>
    <dgm:cxn modelId="{CC92A0B1-0797-4DBA-AF9E-93775FE87E94}" type="presParOf" srcId="{45023641-A2C7-4746-A0F7-F9F48CBBFBBC}" destId="{9D49F938-017D-41AF-9919-BACDFB896260}" srcOrd="2" destOrd="0" presId="urn:microsoft.com/office/officeart/2005/8/layout/hierarchy1"/>
    <dgm:cxn modelId="{505E473C-7C19-4969-83D6-91C522A61710}" type="presParOf" srcId="{45023641-A2C7-4746-A0F7-F9F48CBBFBBC}" destId="{7BAF46EE-DAD2-4CE3-870E-866B51E3CC0D}" srcOrd="3" destOrd="0" presId="urn:microsoft.com/office/officeart/2005/8/layout/hierarchy1"/>
    <dgm:cxn modelId="{5081BE36-9F51-4615-8BE1-FF8366FEE9AF}" type="presParOf" srcId="{7BAF46EE-DAD2-4CE3-870E-866B51E3CC0D}" destId="{A29FE8A1-A70B-47B6-8BA5-1883798625A4}" srcOrd="0" destOrd="0" presId="urn:microsoft.com/office/officeart/2005/8/layout/hierarchy1"/>
    <dgm:cxn modelId="{7FADF22F-2E43-4798-92DE-07296C4FF6FA}" type="presParOf" srcId="{A29FE8A1-A70B-47B6-8BA5-1883798625A4}" destId="{F9CD14B1-6884-4A78-9F59-B70C835F67C9}" srcOrd="0" destOrd="0" presId="urn:microsoft.com/office/officeart/2005/8/layout/hierarchy1"/>
    <dgm:cxn modelId="{DEB6F578-BF15-42AF-AC74-E0423D83405D}" type="presParOf" srcId="{A29FE8A1-A70B-47B6-8BA5-1883798625A4}" destId="{6B10446E-5C61-4AC2-9253-FF38FAAF885F}" srcOrd="1" destOrd="0" presId="urn:microsoft.com/office/officeart/2005/8/layout/hierarchy1"/>
    <dgm:cxn modelId="{214698E1-0F95-41E0-BB39-CF9B678B34F9}" type="presParOf" srcId="{7BAF46EE-DAD2-4CE3-870E-866B51E3CC0D}" destId="{327FBBD0-62F0-4F4E-9CB2-42DBA0BA391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3A5E72-1D05-41C1-9A90-C6ADCA86749C}" type="doc">
      <dgm:prSet loTypeId="urn:microsoft.com/office/officeart/2005/8/layout/vList2" loCatId="list" qsTypeId="urn:microsoft.com/office/officeart/2005/8/quickstyle/simple2" qsCatId="simple" csTypeId="urn:microsoft.com/office/officeart/2005/8/colors/colorful1#2" csCatId="colorful"/>
      <dgm:spPr/>
      <dgm:t>
        <a:bodyPr/>
        <a:lstStyle/>
        <a:p>
          <a:endParaRPr lang="en-US"/>
        </a:p>
      </dgm:t>
    </dgm:pt>
    <dgm:pt modelId="{6FBF65B7-8E3E-4738-8F1D-7D45DD8948CD}">
      <dgm:prSet/>
      <dgm:spPr/>
      <dgm:t>
        <a:bodyPr/>
        <a:lstStyle/>
        <a:p>
          <a:pPr rtl="0"/>
          <a:r>
            <a:rPr lang="en-US" b="1" dirty="0"/>
            <a:t>UART</a:t>
          </a:r>
          <a:r>
            <a:rPr lang="en-US" dirty="0"/>
            <a:t> – Simple, point-to-point communication</a:t>
          </a:r>
        </a:p>
      </dgm:t>
    </dgm:pt>
    <dgm:pt modelId="{CD2AB585-A8A6-46D9-9050-AEC01FE6581E}" type="parTrans" cxnId="{A93E6D5B-21CB-45E5-896C-EC5E1740E2BE}">
      <dgm:prSet/>
      <dgm:spPr/>
      <dgm:t>
        <a:bodyPr/>
        <a:lstStyle/>
        <a:p>
          <a:endParaRPr lang="en-US"/>
        </a:p>
      </dgm:t>
    </dgm:pt>
    <dgm:pt modelId="{D4155EA0-B434-4339-A616-02835B612EE3}" type="sibTrans" cxnId="{A93E6D5B-21CB-45E5-896C-EC5E1740E2BE}">
      <dgm:prSet/>
      <dgm:spPr/>
      <dgm:t>
        <a:bodyPr/>
        <a:lstStyle/>
        <a:p>
          <a:endParaRPr lang="en-US"/>
        </a:p>
      </dgm:t>
    </dgm:pt>
    <dgm:pt modelId="{14D0BF3B-115A-4CA6-A016-07B98B6EA700}">
      <dgm:prSet/>
      <dgm:spPr/>
      <dgm:t>
        <a:bodyPr/>
        <a:lstStyle/>
        <a:p>
          <a:pPr rtl="0"/>
          <a:r>
            <a:rPr lang="en-US" b="1" dirty="0"/>
            <a:t>I²C</a:t>
          </a:r>
          <a:r>
            <a:rPr lang="en-US" dirty="0"/>
            <a:t> – Two-wire, multi-device, master-slave</a:t>
          </a:r>
        </a:p>
      </dgm:t>
    </dgm:pt>
    <dgm:pt modelId="{4D284E6D-0D55-45DF-B74B-913A07B72188}" type="parTrans" cxnId="{35A40C58-B734-4336-8B6D-1FDD869B2ED4}">
      <dgm:prSet/>
      <dgm:spPr/>
      <dgm:t>
        <a:bodyPr/>
        <a:lstStyle/>
        <a:p>
          <a:endParaRPr lang="en-US"/>
        </a:p>
      </dgm:t>
    </dgm:pt>
    <dgm:pt modelId="{1A44663A-D485-403F-B31C-03FBBA04B2AC}" type="sibTrans" cxnId="{35A40C58-B734-4336-8B6D-1FDD869B2ED4}">
      <dgm:prSet/>
      <dgm:spPr/>
      <dgm:t>
        <a:bodyPr/>
        <a:lstStyle/>
        <a:p>
          <a:endParaRPr lang="en-US"/>
        </a:p>
      </dgm:t>
    </dgm:pt>
    <dgm:pt modelId="{46F65001-CDD5-4740-8CC5-CEF281E93F7E}">
      <dgm:prSet/>
      <dgm:spPr/>
      <dgm:t>
        <a:bodyPr/>
        <a:lstStyle/>
        <a:p>
          <a:pPr rtl="0"/>
          <a:r>
            <a:rPr lang="en-US" b="1" dirty="0"/>
            <a:t>SPI</a:t>
          </a:r>
          <a:r>
            <a:rPr lang="en-US" dirty="0"/>
            <a:t> – Four-wire, high-speed, used for displays &amp; memory</a:t>
          </a:r>
        </a:p>
      </dgm:t>
    </dgm:pt>
    <dgm:pt modelId="{6B4AF813-C8B7-435B-B1F9-D2AFB1998A41}" type="parTrans" cxnId="{39E86FFA-D324-4839-B157-BF0D2F487A7B}">
      <dgm:prSet/>
      <dgm:spPr/>
      <dgm:t>
        <a:bodyPr/>
        <a:lstStyle/>
        <a:p>
          <a:endParaRPr lang="en-US"/>
        </a:p>
      </dgm:t>
    </dgm:pt>
    <dgm:pt modelId="{0C0137C8-6ACC-471F-9F7F-A6C708FA50E6}" type="sibTrans" cxnId="{39E86FFA-D324-4839-B157-BF0D2F487A7B}">
      <dgm:prSet/>
      <dgm:spPr/>
      <dgm:t>
        <a:bodyPr/>
        <a:lstStyle/>
        <a:p>
          <a:endParaRPr lang="en-US"/>
        </a:p>
      </dgm:t>
    </dgm:pt>
    <dgm:pt modelId="{DD8F7322-D2BC-4367-9E10-11BD909D36A1}">
      <dgm:prSet/>
      <dgm:spPr/>
      <dgm:t>
        <a:bodyPr/>
        <a:lstStyle/>
        <a:p>
          <a:pPr rtl="0"/>
          <a:r>
            <a:rPr lang="en-US" b="1" dirty="0"/>
            <a:t>CAN</a:t>
          </a:r>
          <a:r>
            <a:rPr lang="en-US" dirty="0"/>
            <a:t> – Reliable, used in automotive systems</a:t>
          </a:r>
        </a:p>
      </dgm:t>
    </dgm:pt>
    <dgm:pt modelId="{6A47D657-06A9-49BD-A581-4170164F3D75}" type="parTrans" cxnId="{76D076B6-0C59-430B-BD27-A1BDFB241462}">
      <dgm:prSet/>
      <dgm:spPr/>
      <dgm:t>
        <a:bodyPr/>
        <a:lstStyle/>
        <a:p>
          <a:endParaRPr lang="en-US"/>
        </a:p>
      </dgm:t>
    </dgm:pt>
    <dgm:pt modelId="{837E4A32-BFE4-47B6-9942-EA018D25166A}" type="sibTrans" cxnId="{76D076B6-0C59-430B-BD27-A1BDFB241462}">
      <dgm:prSet/>
      <dgm:spPr/>
      <dgm:t>
        <a:bodyPr/>
        <a:lstStyle/>
        <a:p>
          <a:endParaRPr lang="en-US"/>
        </a:p>
      </dgm:t>
    </dgm:pt>
    <dgm:pt modelId="{8E673865-4EB6-47E4-B006-DE7DDCF468AF}">
      <dgm:prSet/>
      <dgm:spPr/>
      <dgm:t>
        <a:bodyPr/>
        <a:lstStyle/>
        <a:p>
          <a:pPr rtl="0"/>
          <a:r>
            <a:rPr lang="en-US" b="1" dirty="0"/>
            <a:t>USB</a:t>
          </a:r>
          <a:r>
            <a:rPr lang="en-US" dirty="0"/>
            <a:t> – Standardized external device connection</a:t>
          </a:r>
        </a:p>
      </dgm:t>
    </dgm:pt>
    <dgm:pt modelId="{33B0BADC-1ADC-4B7F-9756-C939EDF4FFD4}" type="parTrans" cxnId="{500E806C-642E-41A9-8D8A-80668B55F750}">
      <dgm:prSet/>
      <dgm:spPr/>
      <dgm:t>
        <a:bodyPr/>
        <a:lstStyle/>
        <a:p>
          <a:endParaRPr lang="en-US"/>
        </a:p>
      </dgm:t>
    </dgm:pt>
    <dgm:pt modelId="{F50C9A8D-9268-4A22-8AEE-364F8E365E36}" type="sibTrans" cxnId="{500E806C-642E-41A9-8D8A-80668B55F750}">
      <dgm:prSet/>
      <dgm:spPr/>
      <dgm:t>
        <a:bodyPr/>
        <a:lstStyle/>
        <a:p>
          <a:endParaRPr lang="en-US"/>
        </a:p>
      </dgm:t>
    </dgm:pt>
    <dgm:pt modelId="{CEA0CD04-04AF-47BC-80BF-9946D2022223}">
      <dgm:prSet/>
      <dgm:spPr/>
      <dgm:t>
        <a:bodyPr/>
        <a:lstStyle/>
        <a:p>
          <a:pPr rtl="0"/>
          <a:r>
            <a:rPr lang="en-US" b="1" dirty="0"/>
            <a:t>Ethernet/Wireless (Wi-Fi, Bluetooth, </a:t>
          </a:r>
          <a:r>
            <a:rPr lang="en-US" b="1" dirty="0" err="1"/>
            <a:t>ZigBee</a:t>
          </a:r>
          <a:r>
            <a:rPr lang="en-US" b="1" dirty="0"/>
            <a:t>)</a:t>
          </a:r>
          <a:r>
            <a:rPr lang="en-US" dirty="0"/>
            <a:t> – Networking &amp; </a:t>
          </a:r>
          <a:r>
            <a:rPr lang="en-US" dirty="0" err="1"/>
            <a:t>IoT</a:t>
          </a:r>
          <a:endParaRPr lang="en-US" dirty="0"/>
        </a:p>
      </dgm:t>
    </dgm:pt>
    <dgm:pt modelId="{D3CD7643-BD0C-4F62-AF97-8C3B4C7A1C08}" type="parTrans" cxnId="{45992D78-A54A-4E43-961C-AC6DC69B5642}">
      <dgm:prSet/>
      <dgm:spPr/>
      <dgm:t>
        <a:bodyPr/>
        <a:lstStyle/>
        <a:p>
          <a:endParaRPr lang="en-US"/>
        </a:p>
      </dgm:t>
    </dgm:pt>
    <dgm:pt modelId="{0EFCEADD-894F-4F9C-A9A5-75ED15B2C7D7}" type="sibTrans" cxnId="{45992D78-A54A-4E43-961C-AC6DC69B5642}">
      <dgm:prSet/>
      <dgm:spPr/>
      <dgm:t>
        <a:bodyPr/>
        <a:lstStyle/>
        <a:p>
          <a:endParaRPr lang="en-US"/>
        </a:p>
      </dgm:t>
    </dgm:pt>
    <dgm:pt modelId="{B391D02B-F31F-4D09-9FD9-1B065619616C}" type="pres">
      <dgm:prSet presAssocID="{053A5E72-1D05-41C1-9A90-C6ADCA86749C}" presName="linear" presStyleCnt="0">
        <dgm:presLayoutVars>
          <dgm:animLvl val="lvl"/>
          <dgm:resizeHandles val="exact"/>
        </dgm:presLayoutVars>
      </dgm:prSet>
      <dgm:spPr/>
    </dgm:pt>
    <dgm:pt modelId="{F8524B38-CFC0-409F-BBDA-9B3584E10548}" type="pres">
      <dgm:prSet presAssocID="{6FBF65B7-8E3E-4738-8F1D-7D45DD8948C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D21F05A-50EA-4C4A-BDD9-BB86F9B67984}" type="pres">
      <dgm:prSet presAssocID="{D4155EA0-B434-4339-A616-02835B612EE3}" presName="spacer" presStyleCnt="0"/>
      <dgm:spPr/>
    </dgm:pt>
    <dgm:pt modelId="{3ECF7CBD-8686-4CBC-B9B3-7FB77954A893}" type="pres">
      <dgm:prSet presAssocID="{14D0BF3B-115A-4CA6-A016-07B98B6EA70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7930D23-40C7-44E6-B5A5-B89A9BCCF117}" type="pres">
      <dgm:prSet presAssocID="{1A44663A-D485-403F-B31C-03FBBA04B2AC}" presName="spacer" presStyleCnt="0"/>
      <dgm:spPr/>
    </dgm:pt>
    <dgm:pt modelId="{52D739C7-1570-4F75-8125-11AFF15BC50A}" type="pres">
      <dgm:prSet presAssocID="{46F65001-CDD5-4740-8CC5-CEF281E93F7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AF278E9-F0FD-4CD7-AFE1-7D7FD6056365}" type="pres">
      <dgm:prSet presAssocID="{0C0137C8-6ACC-471F-9F7F-A6C708FA50E6}" presName="spacer" presStyleCnt="0"/>
      <dgm:spPr/>
    </dgm:pt>
    <dgm:pt modelId="{2C322FE9-5051-4965-9CC7-0CAF6D6C363B}" type="pres">
      <dgm:prSet presAssocID="{DD8F7322-D2BC-4367-9E10-11BD909D36A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6609FF4-1ADB-4351-9CF0-2208BCF51595}" type="pres">
      <dgm:prSet presAssocID="{837E4A32-BFE4-47B6-9942-EA018D25166A}" presName="spacer" presStyleCnt="0"/>
      <dgm:spPr/>
    </dgm:pt>
    <dgm:pt modelId="{79A67C99-2103-434C-B47A-5402990653C9}" type="pres">
      <dgm:prSet presAssocID="{8E673865-4EB6-47E4-B006-DE7DDCF468A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534C63B-8984-47BF-BF2A-BC9D1989FA42}" type="pres">
      <dgm:prSet presAssocID="{F50C9A8D-9268-4A22-8AEE-364F8E365E36}" presName="spacer" presStyleCnt="0"/>
      <dgm:spPr/>
    </dgm:pt>
    <dgm:pt modelId="{F5AA2558-9448-4A85-8EB7-6748F9CE7F0D}" type="pres">
      <dgm:prSet presAssocID="{CEA0CD04-04AF-47BC-80BF-9946D202222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2142F07-BA0D-46E4-A58F-30D324E70081}" type="presOf" srcId="{8E673865-4EB6-47E4-B006-DE7DDCF468AF}" destId="{79A67C99-2103-434C-B47A-5402990653C9}" srcOrd="0" destOrd="0" presId="urn:microsoft.com/office/officeart/2005/8/layout/vList2"/>
    <dgm:cxn modelId="{A93E6D5B-21CB-45E5-896C-EC5E1740E2BE}" srcId="{053A5E72-1D05-41C1-9A90-C6ADCA86749C}" destId="{6FBF65B7-8E3E-4738-8F1D-7D45DD8948CD}" srcOrd="0" destOrd="0" parTransId="{CD2AB585-A8A6-46D9-9050-AEC01FE6581E}" sibTransId="{D4155EA0-B434-4339-A616-02835B612EE3}"/>
    <dgm:cxn modelId="{500E806C-642E-41A9-8D8A-80668B55F750}" srcId="{053A5E72-1D05-41C1-9A90-C6ADCA86749C}" destId="{8E673865-4EB6-47E4-B006-DE7DDCF468AF}" srcOrd="4" destOrd="0" parTransId="{33B0BADC-1ADC-4B7F-9756-C939EDF4FFD4}" sibTransId="{F50C9A8D-9268-4A22-8AEE-364F8E365E36}"/>
    <dgm:cxn modelId="{66717377-384A-480E-AA50-B87A7E80D63B}" type="presOf" srcId="{14D0BF3B-115A-4CA6-A016-07B98B6EA700}" destId="{3ECF7CBD-8686-4CBC-B9B3-7FB77954A893}" srcOrd="0" destOrd="0" presId="urn:microsoft.com/office/officeart/2005/8/layout/vList2"/>
    <dgm:cxn modelId="{35A40C58-B734-4336-8B6D-1FDD869B2ED4}" srcId="{053A5E72-1D05-41C1-9A90-C6ADCA86749C}" destId="{14D0BF3B-115A-4CA6-A016-07B98B6EA700}" srcOrd="1" destOrd="0" parTransId="{4D284E6D-0D55-45DF-B74B-913A07B72188}" sibTransId="{1A44663A-D485-403F-B31C-03FBBA04B2AC}"/>
    <dgm:cxn modelId="{45992D78-A54A-4E43-961C-AC6DC69B5642}" srcId="{053A5E72-1D05-41C1-9A90-C6ADCA86749C}" destId="{CEA0CD04-04AF-47BC-80BF-9946D2022223}" srcOrd="5" destOrd="0" parTransId="{D3CD7643-BD0C-4F62-AF97-8C3B4C7A1C08}" sibTransId="{0EFCEADD-894F-4F9C-A9A5-75ED15B2C7D7}"/>
    <dgm:cxn modelId="{7F90A058-2922-4D7A-9C38-DB55044EA5FC}" type="presOf" srcId="{CEA0CD04-04AF-47BC-80BF-9946D2022223}" destId="{F5AA2558-9448-4A85-8EB7-6748F9CE7F0D}" srcOrd="0" destOrd="0" presId="urn:microsoft.com/office/officeart/2005/8/layout/vList2"/>
    <dgm:cxn modelId="{82FED07A-EE11-45F5-A2E4-27367234A3B5}" type="presOf" srcId="{46F65001-CDD5-4740-8CC5-CEF281E93F7E}" destId="{52D739C7-1570-4F75-8125-11AFF15BC50A}" srcOrd="0" destOrd="0" presId="urn:microsoft.com/office/officeart/2005/8/layout/vList2"/>
    <dgm:cxn modelId="{722CC295-D23A-493B-BDA8-5AAE2A846885}" type="presOf" srcId="{DD8F7322-D2BC-4367-9E10-11BD909D36A1}" destId="{2C322FE9-5051-4965-9CC7-0CAF6D6C363B}" srcOrd="0" destOrd="0" presId="urn:microsoft.com/office/officeart/2005/8/layout/vList2"/>
    <dgm:cxn modelId="{9B40B297-7AD8-44F8-9DEF-09819861E736}" type="presOf" srcId="{6FBF65B7-8E3E-4738-8F1D-7D45DD8948CD}" destId="{F8524B38-CFC0-409F-BBDA-9B3584E10548}" srcOrd="0" destOrd="0" presId="urn:microsoft.com/office/officeart/2005/8/layout/vList2"/>
    <dgm:cxn modelId="{76D076B6-0C59-430B-BD27-A1BDFB241462}" srcId="{053A5E72-1D05-41C1-9A90-C6ADCA86749C}" destId="{DD8F7322-D2BC-4367-9E10-11BD909D36A1}" srcOrd="3" destOrd="0" parTransId="{6A47D657-06A9-49BD-A581-4170164F3D75}" sibTransId="{837E4A32-BFE4-47B6-9942-EA018D25166A}"/>
    <dgm:cxn modelId="{DF289EE5-739A-407E-84AB-B1B5141ABDDF}" type="presOf" srcId="{053A5E72-1D05-41C1-9A90-C6ADCA86749C}" destId="{B391D02B-F31F-4D09-9FD9-1B065619616C}" srcOrd="0" destOrd="0" presId="urn:microsoft.com/office/officeart/2005/8/layout/vList2"/>
    <dgm:cxn modelId="{39E86FFA-D324-4839-B157-BF0D2F487A7B}" srcId="{053A5E72-1D05-41C1-9A90-C6ADCA86749C}" destId="{46F65001-CDD5-4740-8CC5-CEF281E93F7E}" srcOrd="2" destOrd="0" parTransId="{6B4AF813-C8B7-435B-B1F9-D2AFB1998A41}" sibTransId="{0C0137C8-6ACC-471F-9F7F-A6C708FA50E6}"/>
    <dgm:cxn modelId="{49AF7DA1-58B0-473B-AA8F-FC7714EE9717}" type="presParOf" srcId="{B391D02B-F31F-4D09-9FD9-1B065619616C}" destId="{F8524B38-CFC0-409F-BBDA-9B3584E10548}" srcOrd="0" destOrd="0" presId="urn:microsoft.com/office/officeart/2005/8/layout/vList2"/>
    <dgm:cxn modelId="{6A3D16D7-60EA-4A55-9E63-4DF2D09D2F66}" type="presParOf" srcId="{B391D02B-F31F-4D09-9FD9-1B065619616C}" destId="{7D21F05A-50EA-4C4A-BDD9-BB86F9B67984}" srcOrd="1" destOrd="0" presId="urn:microsoft.com/office/officeart/2005/8/layout/vList2"/>
    <dgm:cxn modelId="{46E258FF-2802-4C99-9550-EF22AC0CE492}" type="presParOf" srcId="{B391D02B-F31F-4D09-9FD9-1B065619616C}" destId="{3ECF7CBD-8686-4CBC-B9B3-7FB77954A893}" srcOrd="2" destOrd="0" presId="urn:microsoft.com/office/officeart/2005/8/layout/vList2"/>
    <dgm:cxn modelId="{5C77A15A-59F2-49BD-9F28-9E3D1D5125C9}" type="presParOf" srcId="{B391D02B-F31F-4D09-9FD9-1B065619616C}" destId="{E7930D23-40C7-44E6-B5A5-B89A9BCCF117}" srcOrd="3" destOrd="0" presId="urn:microsoft.com/office/officeart/2005/8/layout/vList2"/>
    <dgm:cxn modelId="{EC840AED-E415-4BAE-AB6F-EBD1C487535B}" type="presParOf" srcId="{B391D02B-F31F-4D09-9FD9-1B065619616C}" destId="{52D739C7-1570-4F75-8125-11AFF15BC50A}" srcOrd="4" destOrd="0" presId="urn:microsoft.com/office/officeart/2005/8/layout/vList2"/>
    <dgm:cxn modelId="{23C126F5-7E9A-4611-B36D-6FABB325A7BD}" type="presParOf" srcId="{B391D02B-F31F-4D09-9FD9-1B065619616C}" destId="{8AF278E9-F0FD-4CD7-AFE1-7D7FD6056365}" srcOrd="5" destOrd="0" presId="urn:microsoft.com/office/officeart/2005/8/layout/vList2"/>
    <dgm:cxn modelId="{D14EB507-C9A2-4423-99A7-42F7018AA2F0}" type="presParOf" srcId="{B391D02B-F31F-4D09-9FD9-1B065619616C}" destId="{2C322FE9-5051-4965-9CC7-0CAF6D6C363B}" srcOrd="6" destOrd="0" presId="urn:microsoft.com/office/officeart/2005/8/layout/vList2"/>
    <dgm:cxn modelId="{FA3622C4-26FA-4746-BE0A-36CA9799BDA7}" type="presParOf" srcId="{B391D02B-F31F-4D09-9FD9-1B065619616C}" destId="{76609FF4-1ADB-4351-9CF0-2208BCF51595}" srcOrd="7" destOrd="0" presId="urn:microsoft.com/office/officeart/2005/8/layout/vList2"/>
    <dgm:cxn modelId="{DFC9DD75-275B-42F2-A02C-B4CAF6F56BB3}" type="presParOf" srcId="{B391D02B-F31F-4D09-9FD9-1B065619616C}" destId="{79A67C99-2103-434C-B47A-5402990653C9}" srcOrd="8" destOrd="0" presId="urn:microsoft.com/office/officeart/2005/8/layout/vList2"/>
    <dgm:cxn modelId="{93303251-1FB9-4BF7-9156-C7DB343395BB}" type="presParOf" srcId="{B391D02B-F31F-4D09-9FD9-1B065619616C}" destId="{D534C63B-8984-47BF-BF2A-BC9D1989FA42}" srcOrd="9" destOrd="0" presId="urn:microsoft.com/office/officeart/2005/8/layout/vList2"/>
    <dgm:cxn modelId="{AC47FE0E-5A4E-4F3F-B260-12EBF3162DD6}" type="presParOf" srcId="{B391D02B-F31F-4D09-9FD9-1B065619616C}" destId="{F5AA2558-9448-4A85-8EB7-6748F9CE7F0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9F938-017D-41AF-9919-BACDFB896260}">
      <dsp:nvSpPr>
        <dsp:cNvPr id="0" name=""/>
        <dsp:cNvSpPr/>
      </dsp:nvSpPr>
      <dsp:spPr>
        <a:xfrm>
          <a:off x="6123176" y="1921796"/>
          <a:ext cx="1052006" cy="500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184"/>
              </a:lnTo>
              <a:lnTo>
                <a:pt x="1052006" y="341184"/>
              </a:lnTo>
              <a:lnTo>
                <a:pt x="1052006" y="50065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743FA-C487-45A7-9F64-CC7D735DAA53}">
      <dsp:nvSpPr>
        <dsp:cNvPr id="0" name=""/>
        <dsp:cNvSpPr/>
      </dsp:nvSpPr>
      <dsp:spPr>
        <a:xfrm>
          <a:off x="5071169" y="1921796"/>
          <a:ext cx="1052006" cy="500659"/>
        </a:xfrm>
        <a:custGeom>
          <a:avLst/>
          <a:gdLst/>
          <a:ahLst/>
          <a:cxnLst/>
          <a:rect l="0" t="0" r="0" b="0"/>
          <a:pathLst>
            <a:path>
              <a:moveTo>
                <a:pt x="1052006" y="0"/>
              </a:moveTo>
              <a:lnTo>
                <a:pt x="1052006" y="341184"/>
              </a:lnTo>
              <a:lnTo>
                <a:pt x="0" y="341184"/>
              </a:lnTo>
              <a:lnTo>
                <a:pt x="0" y="50065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9773BC-25D3-444E-9A2D-19B41C4C3E92}">
      <dsp:nvSpPr>
        <dsp:cNvPr id="0" name=""/>
        <dsp:cNvSpPr/>
      </dsp:nvSpPr>
      <dsp:spPr>
        <a:xfrm>
          <a:off x="1915150" y="1921796"/>
          <a:ext cx="1052006" cy="500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184"/>
              </a:lnTo>
              <a:lnTo>
                <a:pt x="1052006" y="341184"/>
              </a:lnTo>
              <a:lnTo>
                <a:pt x="1052006" y="50065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888A4-87F1-4FA2-97D8-F5633D2A1892}">
      <dsp:nvSpPr>
        <dsp:cNvPr id="0" name=""/>
        <dsp:cNvSpPr/>
      </dsp:nvSpPr>
      <dsp:spPr>
        <a:xfrm>
          <a:off x="863143" y="1921796"/>
          <a:ext cx="1052006" cy="500659"/>
        </a:xfrm>
        <a:custGeom>
          <a:avLst/>
          <a:gdLst/>
          <a:ahLst/>
          <a:cxnLst/>
          <a:rect l="0" t="0" r="0" b="0"/>
          <a:pathLst>
            <a:path>
              <a:moveTo>
                <a:pt x="1052006" y="0"/>
              </a:moveTo>
              <a:lnTo>
                <a:pt x="1052006" y="341184"/>
              </a:lnTo>
              <a:lnTo>
                <a:pt x="0" y="341184"/>
              </a:lnTo>
              <a:lnTo>
                <a:pt x="0" y="50065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6A00BC-CF6A-4D3B-B7F8-C1B53A1541FC}">
      <dsp:nvSpPr>
        <dsp:cNvPr id="0" name=""/>
        <dsp:cNvSpPr/>
      </dsp:nvSpPr>
      <dsp:spPr>
        <a:xfrm>
          <a:off x="1054417" y="828666"/>
          <a:ext cx="1721465" cy="1093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E16367-6498-4D6F-A272-369F14579447}">
      <dsp:nvSpPr>
        <dsp:cNvPr id="0" name=""/>
        <dsp:cNvSpPr/>
      </dsp:nvSpPr>
      <dsp:spPr>
        <a:xfrm>
          <a:off x="1245691" y="101037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Serial Communication</a:t>
          </a:r>
        </a:p>
      </dsp:txBody>
      <dsp:txXfrm>
        <a:off x="1277708" y="1042393"/>
        <a:ext cx="1657431" cy="1029096"/>
      </dsp:txXfrm>
    </dsp:sp>
    <dsp:sp modelId="{675D95A7-94E7-4B1A-A273-15410456C314}">
      <dsp:nvSpPr>
        <dsp:cNvPr id="0" name=""/>
        <dsp:cNvSpPr/>
      </dsp:nvSpPr>
      <dsp:spPr>
        <a:xfrm>
          <a:off x="2411" y="2422456"/>
          <a:ext cx="1721465" cy="1093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893D71-A149-4D65-BF12-2C6355E9AF07}">
      <dsp:nvSpPr>
        <dsp:cNvPr id="0" name=""/>
        <dsp:cNvSpPr/>
      </dsp:nvSpPr>
      <dsp:spPr>
        <a:xfrm>
          <a:off x="193684" y="260416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Sends data bit by bit (fewer pins, slower)</a:t>
          </a:r>
        </a:p>
      </dsp:txBody>
      <dsp:txXfrm>
        <a:off x="225701" y="2636183"/>
        <a:ext cx="1657431" cy="1029096"/>
      </dsp:txXfrm>
    </dsp:sp>
    <dsp:sp modelId="{CA6894A5-12CB-477E-9D4D-996C4B2C657A}">
      <dsp:nvSpPr>
        <dsp:cNvPr id="0" name=""/>
        <dsp:cNvSpPr/>
      </dsp:nvSpPr>
      <dsp:spPr>
        <a:xfrm>
          <a:off x="2106423" y="2422456"/>
          <a:ext cx="1721465" cy="1093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D69BBB2-4D78-4755-9813-EEE60828BE5B}">
      <dsp:nvSpPr>
        <dsp:cNvPr id="0" name=""/>
        <dsp:cNvSpPr/>
      </dsp:nvSpPr>
      <dsp:spPr>
        <a:xfrm>
          <a:off x="2297697" y="260416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Examples: UART, I²C, SPI, CAN</a:t>
          </a:r>
        </a:p>
      </dsp:txBody>
      <dsp:txXfrm>
        <a:off x="2329714" y="2636183"/>
        <a:ext cx="1657431" cy="1029096"/>
      </dsp:txXfrm>
    </dsp:sp>
    <dsp:sp modelId="{E9287E0C-2924-4F20-A3BE-C91CE9F2B90E}">
      <dsp:nvSpPr>
        <dsp:cNvPr id="0" name=""/>
        <dsp:cNvSpPr/>
      </dsp:nvSpPr>
      <dsp:spPr>
        <a:xfrm>
          <a:off x="5262443" y="828666"/>
          <a:ext cx="1721465" cy="1093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5BC05A2-BC7A-4E0C-9413-52BF5740791F}">
      <dsp:nvSpPr>
        <dsp:cNvPr id="0" name=""/>
        <dsp:cNvSpPr/>
      </dsp:nvSpPr>
      <dsp:spPr>
        <a:xfrm>
          <a:off x="5453717" y="101037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2. Parallel Communication</a:t>
          </a:r>
        </a:p>
      </dsp:txBody>
      <dsp:txXfrm>
        <a:off x="5485734" y="1042393"/>
        <a:ext cx="1657431" cy="1029096"/>
      </dsp:txXfrm>
    </dsp:sp>
    <dsp:sp modelId="{44E9853B-29EB-4EFE-A66B-3602FE745E35}">
      <dsp:nvSpPr>
        <dsp:cNvPr id="0" name=""/>
        <dsp:cNvSpPr/>
      </dsp:nvSpPr>
      <dsp:spPr>
        <a:xfrm>
          <a:off x="4210436" y="2422456"/>
          <a:ext cx="1721465" cy="1093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50279AA-B25B-46F2-8A3F-8D2E14BC81CB}">
      <dsp:nvSpPr>
        <dsp:cNvPr id="0" name=""/>
        <dsp:cNvSpPr/>
      </dsp:nvSpPr>
      <dsp:spPr>
        <a:xfrm>
          <a:off x="4401710" y="260416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Sends multiple bits at once (faster, more pins)</a:t>
          </a:r>
        </a:p>
      </dsp:txBody>
      <dsp:txXfrm>
        <a:off x="4433727" y="2636183"/>
        <a:ext cx="1657431" cy="1029096"/>
      </dsp:txXfrm>
    </dsp:sp>
    <dsp:sp modelId="{F9CD14B1-6884-4A78-9F59-B70C835F67C9}">
      <dsp:nvSpPr>
        <dsp:cNvPr id="0" name=""/>
        <dsp:cNvSpPr/>
      </dsp:nvSpPr>
      <dsp:spPr>
        <a:xfrm>
          <a:off x="6314449" y="2422456"/>
          <a:ext cx="1721465" cy="1093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B10446E-5C61-4AC2-9253-FF38FAAF885F}">
      <dsp:nvSpPr>
        <dsp:cNvPr id="0" name=""/>
        <dsp:cNvSpPr/>
      </dsp:nvSpPr>
      <dsp:spPr>
        <a:xfrm>
          <a:off x="6505723" y="260416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Example: Data bus in microprocessors</a:t>
          </a:r>
        </a:p>
      </dsp:txBody>
      <dsp:txXfrm>
        <a:off x="6537740" y="2636183"/>
        <a:ext cx="1657431" cy="1029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24B38-CFC0-409F-BBDA-9B3584E10548}">
      <dsp:nvSpPr>
        <dsp:cNvPr id="0" name=""/>
        <dsp:cNvSpPr/>
      </dsp:nvSpPr>
      <dsp:spPr>
        <a:xfrm>
          <a:off x="0" y="442416"/>
          <a:ext cx="8229600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UART</a:t>
          </a:r>
          <a:r>
            <a:rPr lang="en-US" sz="2300" kern="1200" dirty="0"/>
            <a:t> – Simple, point-to-point communication</a:t>
          </a:r>
        </a:p>
      </dsp:txBody>
      <dsp:txXfrm>
        <a:off x="26930" y="469346"/>
        <a:ext cx="8175740" cy="497795"/>
      </dsp:txXfrm>
    </dsp:sp>
    <dsp:sp modelId="{3ECF7CBD-8686-4CBC-B9B3-7FB77954A893}">
      <dsp:nvSpPr>
        <dsp:cNvPr id="0" name=""/>
        <dsp:cNvSpPr/>
      </dsp:nvSpPr>
      <dsp:spPr>
        <a:xfrm>
          <a:off x="0" y="1060311"/>
          <a:ext cx="8229600" cy="5516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I²C</a:t>
          </a:r>
          <a:r>
            <a:rPr lang="en-US" sz="2300" kern="1200" dirty="0"/>
            <a:t> – Two-wire, multi-device, master-slave</a:t>
          </a:r>
        </a:p>
      </dsp:txBody>
      <dsp:txXfrm>
        <a:off x="26930" y="1087241"/>
        <a:ext cx="8175740" cy="497795"/>
      </dsp:txXfrm>
    </dsp:sp>
    <dsp:sp modelId="{52D739C7-1570-4F75-8125-11AFF15BC50A}">
      <dsp:nvSpPr>
        <dsp:cNvPr id="0" name=""/>
        <dsp:cNvSpPr/>
      </dsp:nvSpPr>
      <dsp:spPr>
        <a:xfrm>
          <a:off x="0" y="1678206"/>
          <a:ext cx="8229600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SPI</a:t>
          </a:r>
          <a:r>
            <a:rPr lang="en-US" sz="2300" kern="1200" dirty="0"/>
            <a:t> – Four-wire, high-speed, used for displays &amp; memory</a:t>
          </a:r>
        </a:p>
      </dsp:txBody>
      <dsp:txXfrm>
        <a:off x="26930" y="1705136"/>
        <a:ext cx="8175740" cy="497795"/>
      </dsp:txXfrm>
    </dsp:sp>
    <dsp:sp modelId="{2C322FE9-5051-4965-9CC7-0CAF6D6C363B}">
      <dsp:nvSpPr>
        <dsp:cNvPr id="0" name=""/>
        <dsp:cNvSpPr/>
      </dsp:nvSpPr>
      <dsp:spPr>
        <a:xfrm>
          <a:off x="0" y="2296101"/>
          <a:ext cx="8229600" cy="5516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CAN</a:t>
          </a:r>
          <a:r>
            <a:rPr lang="en-US" sz="2300" kern="1200" dirty="0"/>
            <a:t> – Reliable, used in automotive systems</a:t>
          </a:r>
        </a:p>
      </dsp:txBody>
      <dsp:txXfrm>
        <a:off x="26930" y="2323031"/>
        <a:ext cx="8175740" cy="497795"/>
      </dsp:txXfrm>
    </dsp:sp>
    <dsp:sp modelId="{79A67C99-2103-434C-B47A-5402990653C9}">
      <dsp:nvSpPr>
        <dsp:cNvPr id="0" name=""/>
        <dsp:cNvSpPr/>
      </dsp:nvSpPr>
      <dsp:spPr>
        <a:xfrm>
          <a:off x="0" y="2913996"/>
          <a:ext cx="8229600" cy="55165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USB</a:t>
          </a:r>
          <a:r>
            <a:rPr lang="en-US" sz="2300" kern="1200" dirty="0"/>
            <a:t> – Standardized external device connection</a:t>
          </a:r>
        </a:p>
      </dsp:txBody>
      <dsp:txXfrm>
        <a:off x="26930" y="2940926"/>
        <a:ext cx="8175740" cy="497795"/>
      </dsp:txXfrm>
    </dsp:sp>
    <dsp:sp modelId="{F5AA2558-9448-4A85-8EB7-6748F9CE7F0D}">
      <dsp:nvSpPr>
        <dsp:cNvPr id="0" name=""/>
        <dsp:cNvSpPr/>
      </dsp:nvSpPr>
      <dsp:spPr>
        <a:xfrm>
          <a:off x="0" y="3531891"/>
          <a:ext cx="8229600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Ethernet/Wireless (Wi-Fi, Bluetooth, </a:t>
          </a:r>
          <a:r>
            <a:rPr lang="en-US" sz="2300" b="1" kern="1200" dirty="0" err="1"/>
            <a:t>ZigBee</a:t>
          </a:r>
          <a:r>
            <a:rPr lang="en-US" sz="2300" b="1" kern="1200" dirty="0"/>
            <a:t>)</a:t>
          </a:r>
          <a:r>
            <a:rPr lang="en-US" sz="2300" kern="1200" dirty="0"/>
            <a:t> – Networking &amp; </a:t>
          </a:r>
          <a:r>
            <a:rPr lang="en-US" sz="2300" kern="1200" dirty="0" err="1"/>
            <a:t>IoT</a:t>
          </a:r>
          <a:endParaRPr lang="en-US" sz="2300" kern="1200" dirty="0"/>
        </a:p>
      </dsp:txBody>
      <dsp:txXfrm>
        <a:off x="26930" y="3558821"/>
        <a:ext cx="8175740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7696C-473C-42EB-8AE6-6902072B069E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109B8-B5B5-49B6-B70E-742A82AD7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A109B8-B5B5-49B6-B70E-742A82AD746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AD92-B451-4447-923A-B572A9EDF325}" type="datetime1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C8969-064C-4DC2-B229-CB285924A310}" type="datetime1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1618-EED5-4158-9732-7B2B6EABBA42}" type="datetime1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EC02-4198-4BF2-B1C0-A64ACC3DC706}" type="datetime1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6256-3834-4088-8284-C7A2EE7B7ED7}" type="datetime1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8350-7D8A-471D-87BA-27D13AC33D43}" type="datetime1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99EF-23F9-417E-8077-3D6DCC28DC8C}" type="datetime1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A7A1-A593-4106-AC72-DBD8D8CA416C}" type="datetime1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4968-450A-4858-87D8-A0DF18741721}" type="datetime1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B6EB-4CED-4E81-8AD2-C7950AAAF2E2}" type="datetime1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4D67-3369-45EB-8DA5-A469D2FD970D}" type="datetime1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FED26-783D-4B09-AA3B-8501F8157FFC}" type="datetime1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3A3AF-4BA4-4F6A-AF42-2DB433A3F7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 3 -COMMUNICATION INTERFACES AND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458200" cy="437356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/>
              <a:t>Interfacing Buses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Serial Interfaces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RS232/UART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UART Programming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RS422/RS485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I2C Interface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SPI Interface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I2C/SPI Programming 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/>
              <a:t>USB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Most of the embedded systems </a:t>
            </a:r>
            <a:r>
              <a:rPr lang="en-US" b="1" dirty="0"/>
              <a:t>have to interface with the external world.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This requirement may be to </a:t>
            </a:r>
            <a:r>
              <a:rPr lang="en-US" b="1" dirty="0"/>
              <a:t>transmit  the data to a PC or workstation or to interact  with another system for sharing the  data.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To meet this requirement , </a:t>
            </a:r>
            <a:r>
              <a:rPr lang="en-US" b="1" dirty="0"/>
              <a:t>the embedded system need to be provided with communication interfaces.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Need for Communication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/>
              <a:t>Send data </a:t>
            </a:r>
            <a:r>
              <a:rPr lang="en-US" sz="2400" dirty="0"/>
              <a:t>to a host or PC</a:t>
            </a:r>
          </a:p>
          <a:p>
            <a:pPr algn="just"/>
            <a:r>
              <a:rPr lang="en-US" sz="2400" b="1" dirty="0"/>
              <a:t>Communicate with another embedded system </a:t>
            </a:r>
            <a:r>
              <a:rPr lang="en-US" sz="2400" dirty="0"/>
              <a:t>to </a:t>
            </a:r>
            <a:r>
              <a:rPr lang="en-US" sz="2400" b="1" dirty="0"/>
              <a:t>transmit or receive data.</a:t>
            </a:r>
          </a:p>
          <a:p>
            <a:pPr algn="just"/>
            <a:r>
              <a:rPr lang="en-US" sz="2400" dirty="0"/>
              <a:t>A </a:t>
            </a:r>
            <a:r>
              <a:rPr lang="en-US" sz="2400" b="1" dirty="0"/>
              <a:t>number of embedded systems need to be networked </a:t>
            </a:r>
            <a:r>
              <a:rPr lang="en-US" sz="2400" dirty="0"/>
              <a:t>to share data.</a:t>
            </a:r>
          </a:p>
          <a:p>
            <a:pPr algn="just"/>
            <a:r>
              <a:rPr lang="en-US" sz="2400" dirty="0"/>
              <a:t>An </a:t>
            </a:r>
            <a:r>
              <a:rPr lang="en-US" sz="2400" b="1" dirty="0"/>
              <a:t>embedded system need to be connected to the Internet so that anyone can access the embedded system</a:t>
            </a:r>
            <a:r>
              <a:rPr lang="en-US" sz="2400" dirty="0"/>
              <a:t>. Example : Real Time Weather Monitoring System.</a:t>
            </a:r>
          </a:p>
          <a:p>
            <a:pPr algn="just"/>
            <a:r>
              <a:rPr lang="en-US" sz="2400" dirty="0"/>
              <a:t>Mobile devices such as cell phones and palmtops for </a:t>
            </a:r>
            <a:r>
              <a:rPr lang="en-US" sz="2400" b="1" dirty="0"/>
              <a:t>data synchronization.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3E3F-BDD0-F2EB-B555-B934FD48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Communication Protocols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893E-8A9E-8DDC-7A57-09B45BA26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Set of rules and message formats that govern data exchange between computer systems.</a:t>
            </a:r>
          </a:p>
          <a:p>
            <a:pPr marL="0" indent="0">
              <a:buNone/>
            </a:pPr>
            <a:r>
              <a:rPr lang="en-IN" b="1" dirty="0"/>
              <a:t>Main Functions</a:t>
            </a:r>
            <a:r>
              <a:rPr lang="en-IN" dirty="0"/>
              <a:t>:</a:t>
            </a:r>
          </a:p>
          <a:p>
            <a:r>
              <a:rPr lang="en-IN" dirty="0"/>
              <a:t>Enable consistent message transmission and reception</a:t>
            </a:r>
          </a:p>
          <a:p>
            <a:r>
              <a:rPr lang="en-IN" dirty="0"/>
              <a:t>Support error detection &amp; correction</a:t>
            </a:r>
          </a:p>
          <a:p>
            <a:r>
              <a:rPr lang="en-IN" dirty="0"/>
              <a:t>Handle </a:t>
            </a:r>
            <a:r>
              <a:rPr lang="en-IN" dirty="0" err="1"/>
              <a:t>signaling</a:t>
            </a:r>
            <a:r>
              <a:rPr lang="en-IN" dirty="0"/>
              <a:t> and authentication</a:t>
            </a:r>
          </a:p>
          <a:p>
            <a:r>
              <a:rPr lang="en-IN" dirty="0"/>
              <a:t>Define </a:t>
            </a:r>
            <a:r>
              <a:rPr lang="en-IN" b="1" dirty="0"/>
              <a:t>syntax &amp; semantics</a:t>
            </a:r>
            <a:r>
              <a:rPr lang="en-IN" dirty="0"/>
              <a:t> of communication</a:t>
            </a:r>
          </a:p>
          <a:p>
            <a:r>
              <a:rPr lang="en-IN" dirty="0"/>
              <a:t>Bridge </a:t>
            </a:r>
            <a:r>
              <a:rPr lang="en-IN" dirty="0" err="1"/>
              <a:t>analog</a:t>
            </a:r>
            <a:r>
              <a:rPr lang="en-IN" dirty="0"/>
              <a:t> and digital communication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9E7DA-0063-D424-0A12-C9FC8BB3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2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8870-9759-1763-C61C-C80A148B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Role of Communication Protocols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6E2B1-5DE6-06A0-0735-A93BCC170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Purpose:</a:t>
            </a:r>
          </a:p>
          <a:p>
            <a:r>
              <a:rPr lang="en-IN" dirty="0"/>
              <a:t>Enable network devices to communicate by transmitting</a:t>
            </a:r>
          </a:p>
          <a:p>
            <a:r>
              <a:rPr lang="en-IN" dirty="0"/>
              <a:t>Analog signals</a:t>
            </a:r>
          </a:p>
          <a:p>
            <a:r>
              <a:rPr lang="en-IN" dirty="0"/>
              <a:t>Digital signals</a:t>
            </a:r>
          </a:p>
          <a:p>
            <a:r>
              <a:rPr lang="en-IN" dirty="0"/>
              <a:t>Files and processed data</a:t>
            </a:r>
          </a:p>
          <a:p>
            <a:r>
              <a:rPr lang="en-IN" b="1" dirty="0">
                <a:solidFill>
                  <a:srgbClr val="C00000"/>
                </a:solidFill>
              </a:rPr>
              <a:t>Applications:</a:t>
            </a:r>
          </a:p>
          <a:p>
            <a:r>
              <a:rPr lang="en-IN" dirty="0"/>
              <a:t>Widely used in telecommunication systems</a:t>
            </a:r>
          </a:p>
          <a:p>
            <a:r>
              <a:rPr lang="en-IN" dirty="0"/>
              <a:t>Essential in computer networks</a:t>
            </a:r>
          </a:p>
          <a:p>
            <a:r>
              <a:rPr lang="en-IN" dirty="0"/>
              <a:t>Governed by rules for source-to-destination data transfer</a:t>
            </a:r>
          </a:p>
          <a:p>
            <a:r>
              <a:rPr lang="en-IN" b="1" dirty="0">
                <a:solidFill>
                  <a:srgbClr val="C00000"/>
                </a:solidFill>
              </a:rPr>
              <a:t>Key Networking Protocols:</a:t>
            </a:r>
          </a:p>
          <a:p>
            <a:r>
              <a:rPr lang="en-IN" b="1" dirty="0"/>
              <a:t>TCP</a:t>
            </a:r>
            <a:r>
              <a:rPr lang="en-IN" dirty="0"/>
              <a:t> (Transmission Control Protocol) – reliable, connection-oriented</a:t>
            </a:r>
          </a:p>
          <a:p>
            <a:r>
              <a:rPr lang="en-IN" b="1" dirty="0"/>
              <a:t>UDP</a:t>
            </a:r>
            <a:r>
              <a:rPr lang="en-IN" dirty="0"/>
              <a:t> (User Datagram Protocol) – faster, connectionless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AEF59-82F7-E7DC-C4D5-1DE85E9B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8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4EF7-2407-32A1-BE17-C97B3157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Communication Protocols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DFEC4-95E8-25E9-634A-038C3BAD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two types of communication protocols which are classified below:</a:t>
            </a:r>
          </a:p>
          <a:p>
            <a:pPr fontAlgn="base"/>
            <a:r>
              <a:rPr lang="en-IN" b="1" dirty="0">
                <a:solidFill>
                  <a:srgbClr val="7030A0"/>
                </a:solidFill>
              </a:rPr>
              <a:t>Inter System Protocol</a:t>
            </a:r>
          </a:p>
          <a:p>
            <a:pPr fontAlgn="base"/>
            <a:r>
              <a:rPr lang="en-IN" b="1" dirty="0">
                <a:solidFill>
                  <a:srgbClr val="7030A0"/>
                </a:solidFill>
              </a:rPr>
              <a:t>Intra System Protocol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0DE35-291A-3E5F-4319-6EA54931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3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B9D5-EC63-BEAD-57CC-F139F3846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Inter System Protocol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3B725-A55E-3758-8C88-83165014B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211763"/>
          </a:xfrm>
        </p:spPr>
        <p:txBody>
          <a:bodyPr/>
          <a:lstStyle/>
          <a:p>
            <a:r>
              <a:rPr lang="en-US" dirty="0"/>
              <a:t>The inter-system protocol - to communicate two different devices. </a:t>
            </a:r>
          </a:p>
          <a:p>
            <a:r>
              <a:rPr lang="en-US" dirty="0"/>
              <a:t>Like communication between computer to microcontroller kit. </a:t>
            </a:r>
          </a:p>
          <a:p>
            <a:r>
              <a:rPr lang="en-US" dirty="0"/>
              <a:t>The communication is done through an inter bus system.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1BAEB-8D24-EB89-6F21-269CC876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2" descr="Inter Bus System Protocols">
            <a:extLst>
              <a:ext uri="{FF2B5EF4-FFF2-40B4-BE49-F238E27FC236}">
                <a16:creationId xmlns:a16="http://schemas.microsoft.com/office/drawing/2014/main" id="{BDC96087-DE19-15D8-540C-C380F64DF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505" y="4001160"/>
            <a:ext cx="4296695" cy="272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214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3781-0776-31DB-0B10-F0C88AC6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EFBAB-68C0-FB39-77E8-566960AB9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 different categories of intersystem protocol mainly include the following.</a:t>
            </a:r>
          </a:p>
          <a:p>
            <a:pPr fontAlgn="base"/>
            <a:r>
              <a:rPr lang="en-US" dirty="0"/>
              <a:t>UART Protocol</a:t>
            </a:r>
          </a:p>
          <a:p>
            <a:pPr fontAlgn="base"/>
            <a:r>
              <a:rPr lang="en-US" dirty="0"/>
              <a:t>USART Protocol</a:t>
            </a:r>
          </a:p>
          <a:p>
            <a:pPr fontAlgn="base"/>
            <a:r>
              <a:rPr lang="en-US" dirty="0"/>
              <a:t>USB Protocol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DF340-F93C-2C89-0AE9-68B29817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1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Types of Interfaces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55D5C-B4DE-B618-BAB9-EF438F68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Common Interfaces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97192-15E8-1ADA-C4C0-6FFAC778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RS232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800" dirty="0"/>
              <a:t>Standard developed by </a:t>
            </a:r>
            <a:r>
              <a:rPr lang="en-US" sz="2800" b="1" dirty="0"/>
              <a:t>Electronic Industry Association (EIA).</a:t>
            </a:r>
          </a:p>
          <a:p>
            <a:pPr algn="just"/>
            <a:r>
              <a:rPr lang="en-US" sz="2800" dirty="0"/>
              <a:t>Oldest and widely used communication interface.</a:t>
            </a:r>
          </a:p>
          <a:p>
            <a:pPr algn="just"/>
            <a:r>
              <a:rPr lang="en-US" sz="2800" dirty="0"/>
              <a:t>PC will have </a:t>
            </a:r>
            <a:r>
              <a:rPr lang="en-US" sz="2800" b="1" dirty="0"/>
              <a:t>2 RS232 ports designated as COM1 and COM2.</a:t>
            </a:r>
          </a:p>
          <a:p>
            <a:pPr algn="just"/>
            <a:r>
              <a:rPr lang="en-US" sz="2800" dirty="0"/>
              <a:t>Most of the microcontrollers have on chip serial interface.</a:t>
            </a:r>
          </a:p>
          <a:p>
            <a:pPr algn="just"/>
            <a:r>
              <a:rPr lang="en-US" sz="2800" dirty="0"/>
              <a:t>RS232 is used to connect </a:t>
            </a:r>
            <a:r>
              <a:rPr lang="en-US" sz="2800" b="1" dirty="0"/>
              <a:t>DTE (Data Terminal Equipment) to a Data Circuit Terminating Equipment (DCE).</a:t>
            </a:r>
          </a:p>
          <a:p>
            <a:pPr algn="just"/>
            <a:r>
              <a:rPr lang="en-US" sz="2800" dirty="0"/>
              <a:t>DTE can be a PC, serial printer or a plotter.</a:t>
            </a:r>
          </a:p>
          <a:p>
            <a:pPr algn="just"/>
            <a:r>
              <a:rPr lang="en-US" sz="2800" dirty="0"/>
              <a:t>DCE can be modem, mouse, digitizer or a scanner.</a:t>
            </a:r>
          </a:p>
          <a:p>
            <a:pPr algn="just"/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RS232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RS232 is a standard for serial communication </a:t>
            </a:r>
            <a:r>
              <a:rPr lang="en-US" sz="2800" dirty="0" err="1"/>
              <a:t>i.e</a:t>
            </a:r>
            <a:r>
              <a:rPr lang="en-US" sz="2800" dirty="0"/>
              <a:t> bits  are transmitted serially. </a:t>
            </a:r>
          </a:p>
          <a:p>
            <a:pPr algn="just"/>
            <a:r>
              <a:rPr lang="en-US" sz="2800" dirty="0"/>
              <a:t>Full Duplex Communication.</a:t>
            </a:r>
          </a:p>
          <a:p>
            <a:pPr algn="just">
              <a:buNone/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RS232 Communication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When two devices have to communicate through RS232, the </a:t>
            </a:r>
            <a:r>
              <a:rPr lang="en-US" sz="2400" b="1" dirty="0"/>
              <a:t>sending device sends the data character by character.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 bits corresponding to the character are called </a:t>
            </a:r>
            <a:r>
              <a:rPr lang="en-US" sz="2400" b="1" dirty="0"/>
              <a:t>data bits.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 The bits are </a:t>
            </a:r>
            <a:r>
              <a:rPr lang="en-US" sz="2400" b="1" dirty="0"/>
              <a:t>prefixed</a:t>
            </a:r>
            <a:r>
              <a:rPr lang="en-US" sz="2400" dirty="0"/>
              <a:t> with a bit called </a:t>
            </a:r>
            <a:r>
              <a:rPr lang="en-US" sz="2400" b="1" dirty="0"/>
              <a:t>start bit</a:t>
            </a:r>
            <a:r>
              <a:rPr lang="en-US" sz="2400" dirty="0"/>
              <a:t>, suffixed with one or two bits called </a:t>
            </a:r>
            <a:r>
              <a:rPr lang="en-US" sz="2400" b="1" dirty="0"/>
              <a:t>stop bits.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Mode of communication : </a:t>
            </a:r>
            <a:r>
              <a:rPr lang="en-US" sz="2400" b="1" dirty="0"/>
              <a:t>Synchronous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Parity bit : </a:t>
            </a:r>
            <a:r>
              <a:rPr lang="en-US" sz="2400" dirty="0"/>
              <a:t>error detection at the receiving end.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UART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Universal Asynchronous Receive Transmit </a:t>
            </a:r>
            <a:r>
              <a:rPr lang="en-US" dirty="0"/>
              <a:t>(UART)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Processor process the data in parallel format , not in serial format.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To bridge the processor and the RS232 port, UART is used.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Converts the parallel data received from the processor into serial format.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Sends it to RS232 level shifter – takes the serial data and converts into parallel format.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9F4E-9163-501A-8582-88A70E5D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AD214-2FF6-6480-6FE1-B595F52A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UART stands for a universal asynchronous transmitter and receiver. </a:t>
            </a:r>
          </a:p>
          <a:p>
            <a:pPr algn="just"/>
            <a:r>
              <a:rPr lang="en-US" dirty="0"/>
              <a:t>UART Protocols is a serial communication with two wired protocols.</a:t>
            </a:r>
          </a:p>
          <a:p>
            <a:pPr algn="just"/>
            <a:r>
              <a:rPr lang="en-US" dirty="0"/>
              <a:t> The data cable signal lines are labeled as Rx and Tx. </a:t>
            </a:r>
          </a:p>
          <a:p>
            <a:pPr algn="just"/>
            <a:r>
              <a:rPr lang="en-US" dirty="0"/>
              <a:t>Serial communication is commonly used for transmitting and receiving the signal. </a:t>
            </a:r>
          </a:p>
          <a:p>
            <a:pPr algn="just"/>
            <a:r>
              <a:rPr lang="en-US" dirty="0"/>
              <a:t>It is transferred and receives the data serially bit by bit without class pulses. </a:t>
            </a:r>
          </a:p>
          <a:p>
            <a:pPr algn="just"/>
            <a:r>
              <a:rPr lang="en-US" dirty="0"/>
              <a:t>The UART takes bytes of data and sends the individual bits in a sequential manner.</a:t>
            </a:r>
            <a:endParaRPr lang="en-IN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9DC3A-E1FC-EF44-D240-5C971CBD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70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E52C-FB96-C45C-E0F1-695B90A44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6FCCB-DB68-A996-490D-F77C0F4AA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 fontAlgn="base"/>
            <a:r>
              <a:rPr lang="en-US" dirty="0"/>
              <a:t>UART is a half-duplex protocol. </a:t>
            </a:r>
          </a:p>
          <a:p>
            <a:pPr algn="just" fontAlgn="base"/>
            <a:r>
              <a:rPr lang="en-US" dirty="0"/>
              <a:t>Half-duplex means transferring and receiving the data but not at the same time. </a:t>
            </a:r>
          </a:p>
          <a:p>
            <a:pPr algn="just" fontAlgn="base"/>
            <a:r>
              <a:rPr lang="en-US" dirty="0"/>
              <a:t>Most of the controllers have hardware UART on board. </a:t>
            </a:r>
          </a:p>
          <a:p>
            <a:pPr algn="just" fontAlgn="base"/>
            <a:r>
              <a:rPr lang="en-US" dirty="0"/>
              <a:t>It uses a single data line for transmitting and receiving the data. </a:t>
            </a:r>
          </a:p>
          <a:p>
            <a:pPr algn="just" fontAlgn="base"/>
            <a:r>
              <a:rPr lang="en-US" dirty="0"/>
              <a:t>It has one start bit, 8-bit data and a one-stop bit mean the 8-bit data transfer one’s signal is high to low.</a:t>
            </a:r>
          </a:p>
          <a:p>
            <a:pPr fontAlgn="base"/>
            <a:r>
              <a:rPr lang="en-US" b="1" dirty="0">
                <a:solidFill>
                  <a:srgbClr val="C00000"/>
                </a:solidFill>
              </a:rPr>
              <a:t>Ex: Emails, SMS, Walkie-talkie.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C6F71-79CB-8A03-4DE4-8AF586A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5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4303-7EE0-38FB-FFE0-93443E7D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39F8-3952-F3A4-FED0-4DE7B7615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USART stands for a universal synchronous and asynchronous transmitter and receiver. </a:t>
            </a:r>
          </a:p>
          <a:p>
            <a:pPr algn="just"/>
            <a:r>
              <a:rPr lang="en-US" dirty="0"/>
              <a:t>It is a serial communication of a two-wire protocol. </a:t>
            </a:r>
          </a:p>
          <a:p>
            <a:pPr algn="just"/>
            <a:r>
              <a:rPr lang="en-US" dirty="0"/>
              <a:t>The data cable signal lines are labeled as Rx and TX.</a:t>
            </a:r>
          </a:p>
          <a:p>
            <a:pPr algn="just"/>
            <a:r>
              <a:rPr lang="en-US" dirty="0"/>
              <a:t> This protocol is used to transmitting and receiving the data byte by byte along with the clock pulses. </a:t>
            </a:r>
          </a:p>
          <a:p>
            <a:pPr algn="just"/>
            <a:r>
              <a:rPr lang="en-US" dirty="0"/>
              <a:t>It is a full-duplex protocol that means transmitting and receiving data simultaneously to different board rates. </a:t>
            </a:r>
          </a:p>
          <a:p>
            <a:pPr algn="just"/>
            <a:r>
              <a:rPr lang="en-US" dirty="0"/>
              <a:t>Different devices communicate with microcontroller to this protocol.</a:t>
            </a:r>
          </a:p>
          <a:p>
            <a:pPr algn="just"/>
            <a:r>
              <a:rPr lang="en-IN" b="1" dirty="0">
                <a:solidFill>
                  <a:srgbClr val="C00000"/>
                </a:solidFill>
              </a:rPr>
              <a:t>Ex:-Telecommunications.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984D8-6033-8754-8DCC-0A351F14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5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A6BE-22E8-E2BC-664F-0A54F9A6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USB Protocol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A439-63CC-70DC-91E0-531B307DC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USB (Universal Serial Bus) Protocol</a:t>
            </a:r>
          </a:p>
          <a:p>
            <a:r>
              <a:rPr lang="en-IN" b="1" dirty="0"/>
              <a:t>Definition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Serial communication protocol using </a:t>
            </a:r>
            <a:r>
              <a:rPr lang="en-IN" b="1" dirty="0"/>
              <a:t>two wires (D+ &amp; D–)</a:t>
            </a:r>
            <a:endParaRPr lang="en-IN" dirty="0"/>
          </a:p>
          <a:p>
            <a:r>
              <a:rPr lang="en-IN" b="1" dirty="0"/>
              <a:t>Purpose</a:t>
            </a:r>
            <a:r>
              <a:rPr lang="en-IN" dirty="0"/>
              <a:t>:</a:t>
            </a:r>
          </a:p>
          <a:p>
            <a:pPr lvl="1"/>
            <a:r>
              <a:rPr lang="en-IN" sz="3200" dirty="0"/>
              <a:t>Connect and communicate with </a:t>
            </a:r>
            <a:r>
              <a:rPr lang="en-IN" sz="3200" b="1" dirty="0"/>
              <a:t>system peripherals</a:t>
            </a:r>
            <a:endParaRPr lang="en-IN" sz="3200" dirty="0"/>
          </a:p>
          <a:p>
            <a:pPr lvl="1"/>
            <a:r>
              <a:rPr lang="en-IN" sz="3200" dirty="0"/>
              <a:t>Supports </a:t>
            </a:r>
            <a:r>
              <a:rPr lang="en-IN" sz="3200" b="1" dirty="0"/>
              <a:t>host–device communication</a:t>
            </a:r>
            <a:endParaRPr lang="en-IN" sz="3200" dirty="0"/>
          </a:p>
          <a:p>
            <a:pPr lvl="1"/>
            <a:r>
              <a:rPr lang="en-IN" sz="3200" dirty="0"/>
              <a:t>Requires </a:t>
            </a:r>
            <a:r>
              <a:rPr lang="en-IN" sz="3200" b="1" dirty="0"/>
              <a:t>driver software</a:t>
            </a:r>
            <a:r>
              <a:rPr lang="en-IN" sz="3200" dirty="0"/>
              <a:t> (based on device functionality)</a:t>
            </a:r>
          </a:p>
          <a:p>
            <a:r>
              <a:rPr lang="en-IN" b="1" dirty="0"/>
              <a:t>Features</a:t>
            </a:r>
            <a:r>
              <a:rPr lang="en-IN" dirty="0"/>
              <a:t>:</a:t>
            </a:r>
          </a:p>
          <a:p>
            <a:pPr lvl="1"/>
            <a:r>
              <a:rPr lang="en-IN" sz="3200" dirty="0"/>
              <a:t>Data transfer between host &amp; peripherals</a:t>
            </a:r>
          </a:p>
          <a:p>
            <a:pPr lvl="1"/>
            <a:r>
              <a:rPr lang="en-IN" sz="3200" dirty="0"/>
              <a:t>Devices can transfer data without host request</a:t>
            </a:r>
          </a:p>
          <a:p>
            <a:pPr lvl="1"/>
            <a:r>
              <a:rPr lang="en-IN" sz="3200" dirty="0"/>
              <a:t>Widely used in modern systems (e.g., computer ↔ ARM controller)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95F16-06C9-EE75-8C6D-B146B286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06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4BD5-9C4E-BDFA-9BC1-2A12D6A5C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3A2EE-E93F-9806-C1FD-7BD1EA52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Transfer Modes</a:t>
            </a:r>
            <a:r>
              <a:rPr lang="en-IN" dirty="0"/>
              <a:t>:</a:t>
            </a:r>
          </a:p>
          <a:p>
            <a:pPr lvl="1"/>
            <a:r>
              <a:rPr lang="en-IN" sz="3200" b="1" dirty="0"/>
              <a:t>Slow speed</a:t>
            </a:r>
            <a:r>
              <a:rPr lang="en-IN" sz="3200" dirty="0"/>
              <a:t>: 10 kbps – 100 kbps</a:t>
            </a:r>
          </a:p>
          <a:p>
            <a:pPr lvl="1"/>
            <a:r>
              <a:rPr lang="en-IN" sz="3200" b="1" dirty="0"/>
              <a:t>Full speed</a:t>
            </a:r>
            <a:r>
              <a:rPr lang="en-IN" sz="3200" dirty="0"/>
              <a:t>: 500 kbps – 10 Mbps</a:t>
            </a:r>
          </a:p>
          <a:p>
            <a:pPr lvl="1"/>
            <a:r>
              <a:rPr lang="en-IN" sz="3200" b="1" dirty="0"/>
              <a:t>High speed</a:t>
            </a:r>
            <a:r>
              <a:rPr lang="en-IN" sz="3200" dirty="0"/>
              <a:t>: 25 Mbps – 400 Mbps</a:t>
            </a:r>
          </a:p>
          <a:p>
            <a:r>
              <a:rPr lang="en-IN" b="1" dirty="0"/>
              <a:t>Limitation</a:t>
            </a:r>
            <a:r>
              <a:rPr lang="en-IN" dirty="0"/>
              <a:t>:</a:t>
            </a:r>
          </a:p>
          <a:p>
            <a:pPr lvl="1"/>
            <a:r>
              <a:rPr lang="en-IN" sz="3200" dirty="0"/>
              <a:t>Maximum cable length: </a:t>
            </a:r>
            <a:r>
              <a:rPr lang="en-IN" sz="3200" b="1" dirty="0"/>
              <a:t>4 meters</a:t>
            </a:r>
            <a:endParaRPr lang="en-IN" sz="3200" dirty="0"/>
          </a:p>
          <a:p>
            <a:pPr fontAlgn="base"/>
            <a:r>
              <a:rPr lang="en-US" dirty="0"/>
              <a:t>Ex: Mouse, Keyboard, Hubs, switches, pen drive.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2250B-44D6-6584-62B0-98BE2F54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38E4D-A213-2A55-FB7A-AC4DFA83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58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70D4-0C15-8B63-90AD-8DCE97F5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Intra System Protocol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C62C-3632-707C-1E55-328CC57FB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algn="just"/>
            <a:r>
              <a:rPr lang="en-US" dirty="0"/>
              <a:t>The Intra system protocol is used to communicate the two devices within the circuit board. </a:t>
            </a:r>
          </a:p>
          <a:p>
            <a:pPr algn="just"/>
            <a:r>
              <a:rPr lang="en-US" dirty="0"/>
              <a:t>Using intra system protocols circuit complexity and power consumption, the cost is decreased and it is very secure to accessing the data.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818D9-6362-B5B7-3006-36D1915A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2" descr="Intra System Protocols">
            <a:extLst>
              <a:ext uri="{FF2B5EF4-FFF2-40B4-BE49-F238E27FC236}">
                <a16:creationId xmlns:a16="http://schemas.microsoft.com/office/drawing/2014/main" id="{776F48C7-2D54-FE4F-9241-F5CBA8E3F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19600"/>
            <a:ext cx="6095999" cy="2078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118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6E81-53E9-211B-1C98-49BF6210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050BC-4E00-BB71-5C39-8722E8F39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 different categories of </a:t>
            </a:r>
            <a:r>
              <a:rPr lang="en-US" dirty="0" err="1"/>
              <a:t>intrasystem</a:t>
            </a:r>
            <a:r>
              <a:rPr lang="en-US" dirty="0"/>
              <a:t> protocol mainly include the following.</a:t>
            </a:r>
          </a:p>
          <a:p>
            <a:pPr fontAlgn="base"/>
            <a:r>
              <a:rPr lang="en-US" dirty="0"/>
              <a:t>I2C Protocol</a:t>
            </a:r>
          </a:p>
          <a:p>
            <a:pPr fontAlgn="base"/>
            <a:r>
              <a:rPr lang="en-US" dirty="0"/>
              <a:t>SPI Protocol</a:t>
            </a:r>
          </a:p>
          <a:p>
            <a:pPr fontAlgn="base"/>
            <a:r>
              <a:rPr lang="en-US" dirty="0"/>
              <a:t>CAN Protocol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1C00C-1A6E-7494-3BDF-0FE6E5A6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3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C84A-1E48-B3B2-1EA6-A0A22939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USART VS UART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67ABE-533C-FA3F-EA93-AE747CA7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AD0CF-970B-4331-4197-C7E511DD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6" name="Picture 2" descr="UART vs USART">
            <a:extLst>
              <a:ext uri="{FF2B5EF4-FFF2-40B4-BE49-F238E27FC236}">
                <a16:creationId xmlns:a16="http://schemas.microsoft.com/office/drawing/2014/main" id="{83F82A35-1E4A-A536-1E7D-F54F443A1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780911"/>
            <a:ext cx="6953250" cy="261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3D69B7-ABD6-E0DD-93BB-82310E536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384561"/>
              </p:ext>
            </p:extLst>
          </p:nvPr>
        </p:nvGraphicFramePr>
        <p:xfrm>
          <a:off x="457200" y="3347746"/>
          <a:ext cx="8381998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999">
                  <a:extLst>
                    <a:ext uri="{9D8B030D-6E8A-4147-A177-3AD203B41FA5}">
                      <a16:colId xmlns:a16="http://schemas.microsoft.com/office/drawing/2014/main" val="3959230895"/>
                    </a:ext>
                  </a:extLst>
                </a:gridCol>
                <a:gridCol w="4190999">
                  <a:extLst>
                    <a:ext uri="{9D8B030D-6E8A-4147-A177-3AD203B41FA5}">
                      <a16:colId xmlns:a16="http://schemas.microsoft.com/office/drawing/2014/main" val="69006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USART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00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UART is an asynchronous protocol, which means that it does not require a clock signal to synchronize data transfer between devices.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USART can be used in both asynchronous and synchronous modes.</a:t>
                      </a:r>
                    </a:p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synchronous mode, it uses a clock signal to synchronize data transfer, while in asynchronous mode, it behaves like a UART.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35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UART is a simpler and more widely used protocol, it is often more compatible with different devices and microcontrollers. 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USART may require specific hardware or software support to be used effectively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68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761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457200"/>
            <a:ext cx="8305800" cy="5672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How many cables required for parallel and serial communication?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Parallel communication an 8-bit message would require </a:t>
            </a:r>
            <a:r>
              <a:rPr lang="en-US" sz="3600" dirty="0">
                <a:solidFill>
                  <a:srgbClr val="C00000"/>
                </a:solidFill>
              </a:rPr>
              <a:t>eight cables </a:t>
            </a:r>
          </a:p>
          <a:p>
            <a:pPr algn="just"/>
            <a:r>
              <a:rPr lang="en-US" sz="3600" dirty="0"/>
              <a:t>Serial communication only requires </a:t>
            </a:r>
            <a:r>
              <a:rPr lang="en-US" sz="3600" dirty="0">
                <a:solidFill>
                  <a:srgbClr val="C00000"/>
                </a:solidFill>
              </a:rPr>
              <a:t>one cable </a:t>
            </a:r>
            <a:r>
              <a:rPr lang="en-US" sz="3600" dirty="0"/>
              <a:t>for sending messages and one for receiving.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Components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Transmitter (TX):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Collects data from source</a:t>
            </a:r>
          </a:p>
          <a:p>
            <a:r>
              <a:rPr lang="en-US" dirty="0"/>
              <a:t>Formats into serial bits</a:t>
            </a:r>
          </a:p>
          <a:p>
            <a:r>
              <a:rPr lang="en-US" dirty="0"/>
              <a:t>Sends via </a:t>
            </a:r>
            <a:r>
              <a:rPr lang="en-US" b="1" dirty="0"/>
              <a:t>TX pin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Receiver (RX):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Receives serial data on </a:t>
            </a:r>
            <a:r>
              <a:rPr lang="en-US" b="1" dirty="0"/>
              <a:t>RX pin</a:t>
            </a:r>
            <a:endParaRPr lang="en-US" dirty="0"/>
          </a:p>
          <a:p>
            <a:r>
              <a:rPr lang="en-US" dirty="0"/>
              <a:t>Converts it into parallel data for host system</a:t>
            </a:r>
          </a:p>
          <a:p>
            <a:r>
              <a:rPr lang="en-US" b="1" dirty="0">
                <a:solidFill>
                  <a:srgbClr val="C00000"/>
                </a:solidFill>
              </a:rPr>
              <a:t>Baud Rate: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Defines speed of data transmission</a:t>
            </a:r>
          </a:p>
          <a:p>
            <a:r>
              <a:rPr lang="en-US" dirty="0"/>
              <a:t>Must match on both transmitter and receiver sides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Baud Rate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baud rate is a fundamental parameter in UART communication.</a:t>
            </a:r>
          </a:p>
          <a:p>
            <a:pPr algn="just"/>
            <a:r>
              <a:rPr lang="en-US" dirty="0"/>
              <a:t> It defines the speed at which data is transmitted over the communication channel.</a:t>
            </a:r>
          </a:p>
          <a:p>
            <a:pPr algn="just"/>
            <a:r>
              <a:rPr lang="en-US" dirty="0"/>
              <a:t> The baud rate is specified in bits per second (bps) and represents the number of bits transmitted in one second.</a:t>
            </a:r>
          </a:p>
          <a:p>
            <a:pPr algn="just"/>
            <a:r>
              <a:rPr lang="en-US" dirty="0"/>
              <a:t> In UART, </a:t>
            </a:r>
            <a:r>
              <a:rPr lang="en-US" dirty="0">
                <a:solidFill>
                  <a:srgbClr val="C00000"/>
                </a:solidFill>
              </a:rPr>
              <a:t>both the transmitting and receiving devices must agree on the same baud rate </a:t>
            </a:r>
            <a:r>
              <a:rPr lang="en-US" dirty="0"/>
              <a:t>to ensure successful communication.</a:t>
            </a:r>
          </a:p>
          <a:p>
            <a:pPr algn="just"/>
            <a:r>
              <a:rPr lang="en-US" dirty="0" err="1">
                <a:solidFill>
                  <a:srgbClr val="C00000"/>
                </a:solidFill>
              </a:rPr>
              <a:t>Serial.begin</a:t>
            </a:r>
            <a:r>
              <a:rPr lang="en-US" dirty="0">
                <a:solidFill>
                  <a:srgbClr val="C00000"/>
                </a:solidFill>
              </a:rPr>
              <a:t>(9600);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Flow Control in UART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Ensures reliable communication between </a:t>
            </a:r>
            <a:r>
              <a:rPr lang="en-US" b="1" dirty="0"/>
              <a:t>fast transmitters (T)</a:t>
            </a:r>
            <a:r>
              <a:rPr lang="en-US" dirty="0"/>
              <a:t> and </a:t>
            </a:r>
            <a:r>
              <a:rPr lang="en-US" b="1" dirty="0"/>
              <a:t>slower receivers (R)</a:t>
            </a:r>
            <a:endParaRPr lang="en-US" dirty="0"/>
          </a:p>
          <a:p>
            <a:r>
              <a:rPr lang="en-US" dirty="0"/>
              <a:t>Prevents </a:t>
            </a:r>
            <a:r>
              <a:rPr lang="en-US" b="1" dirty="0"/>
              <a:t>data loss</a:t>
            </a:r>
            <a:r>
              <a:rPr lang="en-US" dirty="0"/>
              <a:t> when receiver cannot keep up</a:t>
            </a:r>
          </a:p>
          <a:p>
            <a:r>
              <a:rPr lang="en-US" dirty="0"/>
              <a:t>Receiver (R) signals transmitter (T) to:</a:t>
            </a:r>
          </a:p>
          <a:p>
            <a:pPr lvl="1"/>
            <a:r>
              <a:rPr lang="en-US" b="1" dirty="0"/>
              <a:t>Pause</a:t>
            </a:r>
            <a:r>
              <a:rPr lang="en-US" dirty="0"/>
              <a:t> transmission</a:t>
            </a:r>
          </a:p>
          <a:p>
            <a:pPr lvl="1"/>
            <a:r>
              <a:rPr lang="en-US" b="1" dirty="0"/>
              <a:t>Resume</a:t>
            </a:r>
            <a:r>
              <a:rPr lang="en-US" dirty="0"/>
              <a:t> transmission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Types of Flow Control</a:t>
            </a:r>
          </a:p>
          <a:p>
            <a:r>
              <a:rPr lang="en-US" b="1" dirty="0"/>
              <a:t>Hardware Flow Control</a:t>
            </a:r>
            <a:endParaRPr lang="en-US" dirty="0"/>
          </a:p>
          <a:p>
            <a:pPr lvl="1"/>
            <a:r>
              <a:rPr lang="en-US" dirty="0"/>
              <a:t>Uses extra wires (RTS)Request To Send)/(CTS) Clear To Send</a:t>
            </a:r>
          </a:p>
          <a:p>
            <a:pPr lvl="1"/>
            <a:r>
              <a:rPr lang="en-US" dirty="0"/>
              <a:t>Logic levels indicate stop/start</a:t>
            </a:r>
          </a:p>
          <a:p>
            <a:r>
              <a:rPr lang="en-US" b="1" dirty="0"/>
              <a:t>Software Flow Control</a:t>
            </a:r>
            <a:endParaRPr lang="en-US" dirty="0"/>
          </a:p>
          <a:p>
            <a:pPr lvl="1"/>
            <a:r>
              <a:rPr lang="en-US" dirty="0"/>
              <a:t>special characters are sent over the normal data lines to start or stop the transmission.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UART Messages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UART communication, each data frame is encapsulated by </a:t>
            </a:r>
            <a:r>
              <a:rPr lang="en-US" dirty="0">
                <a:solidFill>
                  <a:srgbClr val="C00000"/>
                </a:solidFill>
              </a:rPr>
              <a:t>start and stop bits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These bits serve a vital role in establishing the </a:t>
            </a:r>
            <a:r>
              <a:rPr lang="en-US" dirty="0">
                <a:solidFill>
                  <a:srgbClr val="C00000"/>
                </a:solidFill>
              </a:rPr>
              <a:t>boundaries of data transmission </a:t>
            </a:r>
            <a:r>
              <a:rPr lang="en-US" dirty="0"/>
              <a:t>and ensuring synchronization between the sender and receiver.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990600"/>
            <a:ext cx="821493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Start Bit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 A </a:t>
            </a:r>
            <a:r>
              <a:rPr lang="en-US" dirty="0">
                <a:solidFill>
                  <a:srgbClr val="C00000"/>
                </a:solidFill>
              </a:rPr>
              <a:t>single start bit </a:t>
            </a:r>
            <a:r>
              <a:rPr lang="en-US" dirty="0"/>
              <a:t>is transmitted at the beginning of each UART frame. </a:t>
            </a:r>
          </a:p>
          <a:p>
            <a:pPr algn="just"/>
            <a:r>
              <a:rPr lang="en-US" dirty="0"/>
              <a:t>The primary purpose of the start bit is to indicate the </a:t>
            </a:r>
            <a:r>
              <a:rPr lang="en-US" dirty="0">
                <a:solidFill>
                  <a:srgbClr val="C00000"/>
                </a:solidFill>
              </a:rPr>
              <a:t>start of the data transmission </a:t>
            </a:r>
            <a:r>
              <a:rPr lang="en-US" dirty="0"/>
              <a:t>and prepare the receiver for data reception.</a:t>
            </a:r>
          </a:p>
          <a:p>
            <a:pPr algn="just"/>
            <a:r>
              <a:rPr lang="en-US" dirty="0"/>
              <a:t>The start bit is always logic low (0) for UART communication. </a:t>
            </a:r>
          </a:p>
          <a:p>
            <a:pPr algn="just"/>
            <a:r>
              <a:rPr lang="en-US" dirty="0"/>
              <a:t>When the receiver detects a start bit, it knows that a new data frame is beginning, and it prepares to receive the incoming bits.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838199"/>
            <a:ext cx="8534400" cy="5445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 Bits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Data bits are a fundamental component of UART communication as they </a:t>
            </a:r>
            <a:r>
              <a:rPr lang="en-US" dirty="0">
                <a:solidFill>
                  <a:srgbClr val="C00000"/>
                </a:solidFill>
              </a:rPr>
              <a:t>carry the actual information</a:t>
            </a:r>
            <a:r>
              <a:rPr lang="en-US" dirty="0"/>
              <a:t> to be transmitted.</a:t>
            </a:r>
          </a:p>
          <a:p>
            <a:pPr algn="just"/>
            <a:r>
              <a:rPr lang="en-US" dirty="0"/>
              <a:t> The number of data bits in a UART frame can vary, but a common and widely used configuration is </a:t>
            </a:r>
            <a:r>
              <a:rPr lang="en-US" dirty="0">
                <a:solidFill>
                  <a:srgbClr val="C00000"/>
                </a:solidFill>
              </a:rPr>
              <a:t>8 bits. </a:t>
            </a:r>
          </a:p>
          <a:p>
            <a:pPr algn="just"/>
            <a:r>
              <a:rPr lang="en-US" dirty="0"/>
              <a:t>However, UART supports various character sizes, including </a:t>
            </a:r>
            <a:r>
              <a:rPr lang="en-US" dirty="0">
                <a:solidFill>
                  <a:srgbClr val="C00000"/>
                </a:solidFill>
              </a:rPr>
              <a:t>7-bit and 6-bit configurations</a:t>
            </a:r>
            <a:r>
              <a:rPr lang="en-US" dirty="0"/>
              <a:t>, depending on the specific application requirements.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685800"/>
            <a:ext cx="8382000" cy="549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 Integrity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accuracy of data transmission in UART communication relies on the proper configuration of data bits. </a:t>
            </a:r>
          </a:p>
          <a:p>
            <a:pPr algn="just"/>
            <a:r>
              <a:rPr lang="en-US" dirty="0"/>
              <a:t>It's essential that both the transmitter and receiver agree on the number of data bits and their encoding.</a:t>
            </a:r>
          </a:p>
          <a:p>
            <a:pPr algn="just"/>
            <a:r>
              <a:rPr lang="en-US" dirty="0"/>
              <a:t> If the configuration is incorrect, data corruption can occur.</a:t>
            </a:r>
          </a:p>
          <a:p>
            <a:pPr algn="just"/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For example, if the transmitter sends data as 8-bit characters, but the receiver is configured to expect 7-bit characters, data may be misinterpreted, leading to errors in the received information.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Parity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Parity bit</a:t>
            </a:r>
            <a:r>
              <a:rPr lang="en-US" dirty="0"/>
              <a:t> may be added to the data frame for </a:t>
            </a:r>
            <a:r>
              <a:rPr lang="en-US" dirty="0">
                <a:solidFill>
                  <a:srgbClr val="C00000"/>
                </a:solidFill>
              </a:rPr>
              <a:t>error detection.</a:t>
            </a:r>
          </a:p>
          <a:p>
            <a:r>
              <a:rPr lang="en-US" dirty="0"/>
              <a:t>Receiver checks if received data matches expected parity.</a:t>
            </a:r>
          </a:p>
          <a:p>
            <a:r>
              <a:rPr lang="en-US" dirty="0"/>
              <a:t>If mismatch → </a:t>
            </a:r>
            <a:r>
              <a:rPr lang="en-US" b="1" dirty="0"/>
              <a:t>error detected</a:t>
            </a:r>
            <a:r>
              <a:rPr lang="en-US" dirty="0"/>
              <a:t> in transmission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97440" y="990600"/>
            <a:ext cx="808936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Stop Bits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one or more stop bits are sent after the data bits within each UART frame.</a:t>
            </a:r>
          </a:p>
          <a:p>
            <a:pPr algn="just"/>
            <a:r>
              <a:rPr lang="en-US" dirty="0"/>
              <a:t> The stop bit(s) </a:t>
            </a:r>
            <a:r>
              <a:rPr lang="en-US" dirty="0">
                <a:solidFill>
                  <a:srgbClr val="C00000"/>
                </a:solidFill>
              </a:rPr>
              <a:t>signal the end of the data byte </a:t>
            </a:r>
            <a:r>
              <a:rPr lang="en-US" dirty="0"/>
              <a:t>and serve to indicate the conclusion of data transmission. </a:t>
            </a:r>
          </a:p>
          <a:p>
            <a:pPr algn="just"/>
            <a:r>
              <a:rPr lang="en-US" dirty="0"/>
              <a:t>The most common configuration is to use one stop bit, but in situations where added reliability is required, two stop bits can be employed.</a:t>
            </a:r>
          </a:p>
          <a:p>
            <a:pPr algn="just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914400"/>
            <a:ext cx="7848600" cy="5164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 Send data between two Arduino boards. </a:t>
            </a:r>
            <a:br>
              <a:rPr lang="en-US" sz="2400" dirty="0"/>
            </a:br>
            <a:r>
              <a:rPr lang="en-US" sz="2400" dirty="0"/>
              <a:t>To set it up, connect the TX with RX pins on both boards, following the circuit below: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229600" cy="3940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Explain How you will control the built-in LED by sending UART messages.</a:t>
            </a:r>
          </a:p>
          <a:p>
            <a:pPr algn="just"/>
            <a:r>
              <a:rPr lang="en-US" dirty="0"/>
              <a:t>Write an </a:t>
            </a:r>
            <a:r>
              <a:rPr lang="en-US" dirty="0" err="1"/>
              <a:t>Arduino</a:t>
            </a:r>
            <a:r>
              <a:rPr lang="en-US" dirty="0"/>
              <a:t> Uno program to communicate with a GPS module via UART and display the received location data (latitude and longitude) on the Serial Monitor.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A611-DB50-ACD6-71C1-2F6D9AF2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Serial Peripheral Interface (SPI)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CE1A0-2F62-8FFD-14C2-AF9AF7AED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Serial Peripheral Interface (SPI) is a </a:t>
            </a:r>
            <a:r>
              <a:rPr lang="en-US" b="1" dirty="0"/>
              <a:t>synchronous</a:t>
            </a:r>
            <a:r>
              <a:rPr lang="en-US" dirty="0"/>
              <a:t> serial data protocol used by microcontrollers for communicating with one or more peripheral devices quickly over </a:t>
            </a:r>
            <a:r>
              <a:rPr lang="en-US" b="1" dirty="0"/>
              <a:t>short distances.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DB464-577E-3CCA-AA65-18582D7B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73B85-0778-C156-B2ED-88F07286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62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6653-EDCF-C8F5-457C-2C58AD18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Serial Peripheral Interface (SPI)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76D0-3AD5-FCAC-2523-7F8ADB68E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With an SPI connection there is always </a:t>
            </a:r>
            <a:r>
              <a:rPr lang="en-US" sz="2400" b="1" dirty="0"/>
              <a:t>one Controller device </a:t>
            </a:r>
            <a:r>
              <a:rPr lang="en-US" sz="2400" dirty="0"/>
              <a:t>(usually a microcontroller) which controls the peripheral devices. Typically, there are </a:t>
            </a:r>
            <a:r>
              <a:rPr lang="en-US" sz="2400" b="1" dirty="0"/>
              <a:t>three </a:t>
            </a:r>
            <a:r>
              <a:rPr lang="en-US" sz="2400" dirty="0"/>
              <a:t>lines common to all the devices:</a:t>
            </a:r>
          </a:p>
          <a:p>
            <a:pPr lvl="1" algn="just"/>
            <a:r>
              <a:rPr lang="en-US" sz="2000" b="1" dirty="0"/>
              <a:t>Controller In, Peripheral Out (CIPO) </a:t>
            </a:r>
            <a:r>
              <a:rPr lang="en-US" sz="2000" dirty="0"/>
              <a:t>- The Peripheral line for sending data to the Controller</a:t>
            </a:r>
          </a:p>
          <a:p>
            <a:pPr lvl="1" algn="just"/>
            <a:r>
              <a:rPr lang="en-US" sz="2000" b="1" dirty="0"/>
              <a:t>Controller Out Peripheral In (COPI) </a:t>
            </a:r>
            <a:r>
              <a:rPr lang="en-US" sz="2000" dirty="0"/>
              <a:t>- The Controller line for sending data to the Peripherals</a:t>
            </a:r>
          </a:p>
          <a:p>
            <a:pPr lvl="1" algn="just"/>
            <a:r>
              <a:rPr lang="en-US" sz="2000" b="1" dirty="0"/>
              <a:t>Serial Clock (SCK) </a:t>
            </a:r>
            <a:r>
              <a:rPr lang="en-US" sz="2000" dirty="0"/>
              <a:t>- The clock pulses which synchronize data transmission generated by the Controller, and</a:t>
            </a:r>
          </a:p>
          <a:p>
            <a:pPr lvl="1" algn="just"/>
            <a:r>
              <a:rPr lang="en-US" sz="2000" b="1" dirty="0"/>
              <a:t>Chip Select pin (CS) </a:t>
            </a:r>
            <a:r>
              <a:rPr lang="en-US" sz="2000" dirty="0"/>
              <a:t>- allocated on each device which the Controller can use to enable and disable specific devices and avoid false transmissions due to line noise.</a:t>
            </a:r>
          </a:p>
          <a:p>
            <a:pPr algn="just"/>
            <a:endParaRPr lang="en-IN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CE455-609B-1CA0-ABA5-9B3753334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2FC91-FD5B-167A-2559-95D5BE18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43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Code for a new SPI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What is the maximum SPI speed your device can use? </a:t>
            </a:r>
            <a:r>
              <a:rPr lang="en-US" dirty="0"/>
              <a:t>This is controlled by the first parameter in </a:t>
            </a:r>
            <a:r>
              <a:rPr lang="en-US" dirty="0" err="1"/>
              <a:t>SPISettings</a:t>
            </a:r>
            <a:r>
              <a:rPr lang="en-US" dirty="0"/>
              <a:t>. If you are using a chip rated at 15 MHz, use 15000000. </a:t>
            </a:r>
            <a:r>
              <a:rPr lang="en-US" dirty="0" err="1"/>
              <a:t>Arduino</a:t>
            </a:r>
            <a:r>
              <a:rPr lang="en-US" dirty="0"/>
              <a:t> will automatically use the best speed that is equal to or less than the number you use with </a:t>
            </a:r>
            <a:r>
              <a:rPr lang="en-US" dirty="0" err="1"/>
              <a:t>SPISettings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Is data shifted in Most Significant Bit (MSB) or Least Significant Bit (LSB) first? </a:t>
            </a:r>
            <a:r>
              <a:rPr lang="en-US" dirty="0"/>
              <a:t>This is controlled by second </a:t>
            </a:r>
            <a:r>
              <a:rPr lang="en-US" dirty="0" err="1"/>
              <a:t>SPISettings</a:t>
            </a:r>
            <a:r>
              <a:rPr lang="en-US" dirty="0"/>
              <a:t> parameter, either MSBFIRST or LSBFIRST. Most SPI chips use MSB first data order.</a:t>
            </a:r>
          </a:p>
          <a:p>
            <a:pPr algn="just"/>
            <a:r>
              <a:rPr lang="en-US" b="1" dirty="0"/>
              <a:t>Is the data clock idle when high or low? Are samples on the rising or falling edge of clock pulses? </a:t>
            </a:r>
            <a:r>
              <a:rPr lang="en-US" dirty="0"/>
              <a:t>These modes are controlled by the third parameter in </a:t>
            </a:r>
            <a:r>
              <a:rPr lang="en-US" dirty="0" err="1"/>
              <a:t>SPISettings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Four Modes of Transmission in SPI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85799" y="1600200"/>
          <a:ext cx="7467601" cy="23977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95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5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Clock Polarity (CPOL)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Clock Phase (CPHA)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Capture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SPI_MODE0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SPI_MODE1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SPI_MODE2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SPI_MODE3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4343400"/>
            <a:ext cx="784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These modes control whether data is shifted in and out on the rising or falling edge of the data clock signal (</a:t>
            </a:r>
            <a:r>
              <a:rPr lang="en-US" b="1" dirty="0"/>
              <a:t>called the clock phase</a:t>
            </a:r>
            <a:r>
              <a:rPr lang="en-US" dirty="0"/>
              <a:t>), and whether the clock is idle when high or low (</a:t>
            </a:r>
            <a:r>
              <a:rPr lang="en-US" b="1" dirty="0"/>
              <a:t>called the clock polarity</a:t>
            </a:r>
            <a:r>
              <a:rPr lang="en-US" dirty="0"/>
              <a:t>). The four modes combine polarity and phase (presented in the table)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SPI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SPI parameters, use </a:t>
            </a:r>
            <a:r>
              <a:rPr lang="en-US" b="1" dirty="0" err="1"/>
              <a:t>SPI.beginTransaction</a:t>
            </a:r>
            <a:r>
              <a:rPr lang="en-US" b="1" dirty="0"/>
              <a:t>()</a:t>
            </a:r>
            <a:r>
              <a:rPr lang="en-US" dirty="0"/>
              <a:t> to begin using the SPI port. The SPI port will be configured with your all of your settings.</a:t>
            </a:r>
          </a:p>
          <a:p>
            <a:r>
              <a:rPr lang="en-US" dirty="0"/>
              <a:t>The simplest and most efficient way to use </a:t>
            </a:r>
            <a:r>
              <a:rPr lang="en-US" dirty="0" err="1"/>
              <a:t>SPISettings</a:t>
            </a:r>
            <a:r>
              <a:rPr lang="en-US" dirty="0"/>
              <a:t> is directly inside 			</a:t>
            </a:r>
            <a:r>
              <a:rPr lang="en-US" b="1" dirty="0" err="1"/>
              <a:t>SPI.beginTransaction</a:t>
            </a:r>
            <a:r>
              <a:rPr lang="en-US" b="1" dirty="0"/>
              <a:t>()</a:t>
            </a:r>
          </a:p>
          <a:p>
            <a:r>
              <a:rPr lang="en-US" dirty="0"/>
              <a:t>For example: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dirty="0" err="1"/>
              <a:t>SPI.beginTransaction</a:t>
            </a:r>
            <a:r>
              <a:rPr lang="en-US" b="1" dirty="0"/>
              <a:t>(</a:t>
            </a:r>
            <a:r>
              <a:rPr lang="en-US" b="1" dirty="0" err="1"/>
              <a:t>SPISettings</a:t>
            </a:r>
            <a:r>
              <a:rPr lang="en-US" b="1" dirty="0"/>
              <a:t>(14000000, MSBFIRST, SPI_MODE0))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5C19-C332-6A25-9651-F80FC522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I2C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D545E-7853-A588-A0EE-FDA42AFFE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good way of adding complexity of features to your projects </a:t>
            </a:r>
            <a:r>
              <a:rPr lang="en-US" b="1" dirty="0"/>
              <a:t>without adding complexity of wiring</a:t>
            </a:r>
            <a:r>
              <a:rPr lang="en-US" dirty="0"/>
              <a:t>, is to make use of the </a:t>
            </a:r>
            <a:r>
              <a:rPr lang="en-US" b="1" dirty="0"/>
              <a:t>Inter-integrated circuit (I2C) protocol. 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I2C protocol </a:t>
            </a:r>
            <a:r>
              <a:rPr lang="en-US" dirty="0"/>
              <a:t>is supported on all Arduino boards. </a:t>
            </a:r>
          </a:p>
          <a:p>
            <a:pPr algn="just"/>
            <a:r>
              <a:rPr lang="en-US" dirty="0"/>
              <a:t>It allows you to connect </a:t>
            </a:r>
            <a:r>
              <a:rPr lang="en-US" b="1" dirty="0"/>
              <a:t>several peripheral devices, such as sensors, displays, motor drivers, and so on, with only a few wires. </a:t>
            </a:r>
          </a:p>
          <a:p>
            <a:pPr algn="just"/>
            <a:r>
              <a:rPr lang="en-US" dirty="0"/>
              <a:t>Giving you lots of flexibility and speeding up your prototyping, without an abundancy of wires.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345FD-9549-70F4-2EC0-22DFF1FA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00388-6858-B8CB-9800-E2E3538D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41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21DC-548E-DCEB-15A5-CB5057E3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I2C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970E-5098-97CA-36AA-85CDE166E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I2C protocol involves using </a:t>
            </a:r>
            <a:r>
              <a:rPr lang="en-US" b="1" dirty="0"/>
              <a:t>two lines to send and receive data:</a:t>
            </a:r>
            <a:r>
              <a:rPr lang="en-US" dirty="0"/>
              <a:t> a serial clock pin </a:t>
            </a:r>
            <a:r>
              <a:rPr lang="en-US" b="1" dirty="0"/>
              <a:t>(SCL)</a:t>
            </a:r>
            <a:r>
              <a:rPr lang="en-US" dirty="0"/>
              <a:t> that the Arduino Controller board pulses at a regular interval, and a serial data pin </a:t>
            </a:r>
            <a:r>
              <a:rPr lang="en-US" b="1" dirty="0"/>
              <a:t>(SDA)</a:t>
            </a:r>
            <a:r>
              <a:rPr lang="en-US" dirty="0"/>
              <a:t> over which data is sent between the two devices.</a:t>
            </a:r>
          </a:p>
          <a:p>
            <a:pPr algn="just"/>
            <a:r>
              <a:rPr lang="en-US" dirty="0"/>
              <a:t>In I2C, there is </a:t>
            </a:r>
            <a:r>
              <a:rPr lang="en-US" b="1" dirty="0"/>
              <a:t>one controller device</a:t>
            </a:r>
            <a:r>
              <a:rPr lang="en-US" dirty="0"/>
              <a:t>, with one or more peripheral devices connected to the </a:t>
            </a:r>
            <a:r>
              <a:rPr lang="en-US" b="1" dirty="0"/>
              <a:t>controllers SCL and SDA lines.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D22E7-77CD-125D-646F-3BC92819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F7CEB-06E3-A400-3D5B-B689ACF8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835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1BD-6612-B340-B23F-98063D29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Arduino I2C Pins</a:t>
            </a:r>
            <a:br>
              <a:rPr lang="en-IN" b="1" dirty="0">
                <a:solidFill>
                  <a:srgbClr val="7030A0"/>
                </a:solidFill>
              </a:rPr>
            </a:b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301E5-998F-B80B-D415-FB6F6FD6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CFD56-B9A8-6F0D-906A-F4364CAF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A3AF-4BA4-4F6A-AF42-2DB433A3F768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ABD27E-78D9-87E6-84F7-81FA3D698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2" t="3037" r="992" b="8905"/>
          <a:stretch>
            <a:fillRect/>
          </a:stretch>
        </p:blipFill>
        <p:spPr>
          <a:xfrm>
            <a:off x="457200" y="2133600"/>
            <a:ext cx="82296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97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2571</Words>
  <Application>Microsoft Office PowerPoint</Application>
  <PresentationFormat>On-screen Show (4:3)</PresentationFormat>
  <Paragraphs>307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Wingdings</vt:lpstr>
      <vt:lpstr>Office Theme</vt:lpstr>
      <vt:lpstr>CO 3 -COMMUNICATION INTERFACES AND PROTOCOLS</vt:lpstr>
      <vt:lpstr>Introduction</vt:lpstr>
      <vt:lpstr>Need for Communication Interfaces</vt:lpstr>
      <vt:lpstr>Communication Protocols</vt:lpstr>
      <vt:lpstr>Role of Communication Protocols</vt:lpstr>
      <vt:lpstr>Types of Communication Protocols</vt:lpstr>
      <vt:lpstr>Inter System Protocol</vt:lpstr>
      <vt:lpstr>PowerPoint Presentation</vt:lpstr>
      <vt:lpstr>Types of Interfaces</vt:lpstr>
      <vt:lpstr>Common Interfaces</vt:lpstr>
      <vt:lpstr>RS232</vt:lpstr>
      <vt:lpstr>RS232</vt:lpstr>
      <vt:lpstr>RS232 Communication Parameters</vt:lpstr>
      <vt:lpstr>UART</vt:lpstr>
      <vt:lpstr>PowerPoint Presentation</vt:lpstr>
      <vt:lpstr>PowerPoint Presentation</vt:lpstr>
      <vt:lpstr>USART</vt:lpstr>
      <vt:lpstr>USB Protocol</vt:lpstr>
      <vt:lpstr>PowerPoint Presentation</vt:lpstr>
      <vt:lpstr>Intra System Protocol</vt:lpstr>
      <vt:lpstr>PowerPoint Presentation</vt:lpstr>
      <vt:lpstr>USART VS UART</vt:lpstr>
      <vt:lpstr>PowerPoint Presentation</vt:lpstr>
      <vt:lpstr>How many cables required for parallel and serial communication?</vt:lpstr>
      <vt:lpstr>Components</vt:lpstr>
      <vt:lpstr>Baud Rate</vt:lpstr>
      <vt:lpstr>Flow Control in UART</vt:lpstr>
      <vt:lpstr>UART Messages </vt:lpstr>
      <vt:lpstr>PowerPoint Presentation</vt:lpstr>
      <vt:lpstr>Start Bit</vt:lpstr>
      <vt:lpstr>PowerPoint Presentation</vt:lpstr>
      <vt:lpstr>Data Bits</vt:lpstr>
      <vt:lpstr>PowerPoint Presentation</vt:lpstr>
      <vt:lpstr>Data Integrity</vt:lpstr>
      <vt:lpstr>Parity</vt:lpstr>
      <vt:lpstr>PowerPoint Presentation</vt:lpstr>
      <vt:lpstr>Stop Bits</vt:lpstr>
      <vt:lpstr>PowerPoint Presentation</vt:lpstr>
      <vt:lpstr> Send data between two Arduino boards.  To set it up, connect the TX with RX pins on both boards, following the circuit below:</vt:lpstr>
      <vt:lpstr>Exercises </vt:lpstr>
      <vt:lpstr>Serial Peripheral Interface (SPI)</vt:lpstr>
      <vt:lpstr>Serial Peripheral Interface (SPI)</vt:lpstr>
      <vt:lpstr>Code for a new SPI device</vt:lpstr>
      <vt:lpstr>Four Modes of Transmission in SPI</vt:lpstr>
      <vt:lpstr>SPI CONFIGURATION</vt:lpstr>
      <vt:lpstr>I2C</vt:lpstr>
      <vt:lpstr>I2C</vt:lpstr>
      <vt:lpstr>Arduino I2C Pins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19N701  EMBEDDED SYSTEMS</dc:title>
  <dc:creator>Anisha</dc:creator>
  <cp:lastModifiedBy>sivaranjaniphd@gmail.com</cp:lastModifiedBy>
  <cp:revision>44</cp:revision>
  <dcterms:created xsi:type="dcterms:W3CDTF">2025-08-20T16:13:35Z</dcterms:created>
  <dcterms:modified xsi:type="dcterms:W3CDTF">2026-08-07T02:07:48Z</dcterms:modified>
</cp:coreProperties>
</file>